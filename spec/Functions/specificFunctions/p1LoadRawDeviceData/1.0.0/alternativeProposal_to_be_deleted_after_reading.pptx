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2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138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3A331F-E98E-2055-C098-DD5A3EE9A2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80CEE05-6635-62CE-CBC8-9EFF69AB6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CD8CC7-894C-744A-0719-506B62826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C775A-2876-450B-AE78-0A9D7E0A73AF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6BEFD6-78F0-414B-E822-EF27B6467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5BC715-6934-D8D5-670F-9E6A8489A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71A8-3E97-4A66-ACD8-345A00D937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5104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66FFD6-E0EA-8E49-CA3B-993832304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28805F-6148-367C-1539-8EE2160CF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3FD0AA-6EF4-4CED-89EE-1F6317AEE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C775A-2876-450B-AE78-0A9D7E0A73AF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21CF75-6885-8385-1832-92DB50415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9A86F7A-D6AA-0AE9-F548-7321E937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71A8-3E97-4A66-ACD8-345A00D937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2755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54D278-DA4E-AFA7-4005-2389A9C29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B12D775-5085-0E84-A669-E78291DC2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DDA20E-668B-77C4-23D5-B127DEB9B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C775A-2876-450B-AE78-0A9D7E0A73AF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252923-F2EA-E2A2-6847-D15D95237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63DE08-006D-F14A-4A4F-67308B9AD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71A8-3E97-4A66-ACD8-345A00D937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6811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9FBBE4-8E36-99AA-8F9A-956084468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FC90BD-373C-B4D5-23C6-736C104BAD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C7C5BD8-61C0-6FFB-6557-29BD0E637A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A21A852-54A1-C2BD-78A9-1C7BFB14D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C775A-2876-450B-AE78-0A9D7E0A73AF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421F55-B707-1F1A-AA38-A6FD7AD4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8A3D68-DB74-1003-1129-5C724CCC1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71A8-3E97-4A66-ACD8-345A00D937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6517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B13A01-049A-AC0B-1B3E-6207AAEBD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449CBF3-FCB7-3C34-98CA-AF6A05E97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7EE0E85-6AE7-602F-BE61-EB4E0ECA6A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0FEA149-E71D-EFB0-058B-111F470F09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B9E45DE-35B0-5341-6BDE-8640413158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6A021D4-2932-BFE8-CAF9-173E8F892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C775A-2876-450B-AE78-0A9D7E0A73AF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4FC83C3-9F88-E351-88E3-6C9678C6A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87BE016-DE92-40EF-AE11-0C83A0186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71A8-3E97-4A66-ACD8-345A00D937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9452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9252F9-9E6B-898C-64C0-F9C470AA1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A1559D0-8C6D-6427-BFA7-75F84E927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C775A-2876-450B-AE78-0A9D7E0A73AF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C497651-76AF-DEA6-9EE9-5D70FCD61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81C3AF5-E41C-45F7-EEA9-34F975A39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71A8-3E97-4A66-ACD8-345A00D937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1881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0825B08-669C-75A5-E977-73B269F1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C775A-2876-450B-AE78-0A9D7E0A73AF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DDF4731-B52F-DDDD-18B6-7FBA07548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16DC9C4-023A-2068-275A-8D72C3236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71A8-3E97-4A66-ACD8-345A00D937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828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5D89A8-44E3-5640-E9F8-A9464AE43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9F381A-EA90-B063-7F82-D6B664E65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35DDC5-9B2D-6E15-C81F-55CE708D2A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8544FD-BCEE-618D-0E7D-F89CD7D99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C775A-2876-450B-AE78-0A9D7E0A73AF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6D8A260-23AB-96DE-7025-6773B7E71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686A989-6620-ECF1-4BBD-7730B403A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71A8-3E97-4A66-ACD8-345A00D937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3886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24B211-5FA6-9921-7500-14796C98C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53A1DB9-0156-2777-57C9-52767A0C67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99DFE73-DF46-C479-5DDD-7E42B64BF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DA42A92-2446-4065-91B8-E545798BC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C775A-2876-450B-AE78-0A9D7E0A73AF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62BF304-E761-76A0-91FE-17FBD646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6420B5D-86D2-B182-9DAA-C06058CF6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71A8-3E97-4A66-ACD8-345A00D937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6055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910C11-3C30-C74B-C3C8-5BFF07989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DC6CD05-908D-21FF-AB68-52837B81A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7FE515-635C-00C6-5A7B-6B48CE4D2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C775A-2876-450B-AE78-0A9D7E0A73AF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CAA89C-44F9-1734-5A52-DDA1964D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A9BCC5-8C94-AEA6-5F36-4D5683ED3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71A8-3E97-4A66-ACD8-345A00D937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9152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678921F-3707-81C0-810D-A7C03FA5E7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01EF93A-7D09-8660-765C-C2C475DE9C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41D2C9-D9A1-36D3-31CC-62442D36C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C775A-2876-450B-AE78-0A9D7E0A73AF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714CB1-FA96-1EE1-1163-9BC29B9C9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3BAE83-26AC-B7AF-304D-CB7C11AE2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71A8-3E97-4A66-ACD8-345A00D937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1617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576C5395-F1F8-E91F-0A32-78A52C733CF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6304604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4" imgW="523" imgH="514" progId="TCLayout.ActiveDocument.1">
                  <p:embed/>
                </p:oleObj>
              </mc:Choice>
              <mc:Fallback>
                <p:oleObj name="think-cell Folie" r:id="rId14" imgW="523" imgH="51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21954EC-2CD0-B2AC-203E-EE223B8D5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05E4DC-6597-9C60-05E3-F5886AA45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BC6F2DD-D617-3341-982D-6923269EFC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7C775A-2876-450B-AE78-0A9D7E0A73AF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684AF1-7674-D842-0067-167AAFC744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5908009-478A-3F90-DF33-F56411225A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F671A8-3E97-4A66-ACD8-345A00D937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5061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9F811A1-08C2-73C1-1133-6035BCDD491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35571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23" imgH="514" progId="TCLayout.ActiveDocument.1">
                  <p:embed/>
                </p:oleObj>
              </mc:Choice>
              <mc:Fallback>
                <p:oleObj name="think-cell Folie" r:id="rId3" imgW="523" imgH="51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fik 4">
            <a:extLst>
              <a:ext uri="{FF2B5EF4-FFF2-40B4-BE49-F238E27FC236}">
                <a16:creationId xmlns:a16="http://schemas.microsoft.com/office/drawing/2014/main" id="{7B77CE4B-8436-3074-8D69-BDAD328FCE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394" y="141767"/>
            <a:ext cx="5681184" cy="6858000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4658940C-D538-901A-9625-36F729DA1CDC}"/>
              </a:ext>
            </a:extLst>
          </p:cNvPr>
          <p:cNvSpPr/>
          <p:nvPr/>
        </p:nvSpPr>
        <p:spPr>
          <a:xfrm>
            <a:off x="7541882" y="2211572"/>
            <a:ext cx="2558902" cy="8506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200" dirty="0" err="1"/>
              <a:t>genericFunction</a:t>
            </a:r>
            <a:r>
              <a:rPr lang="de-DE" sz="1200" dirty="0"/>
              <a:t>:</a:t>
            </a:r>
          </a:p>
          <a:p>
            <a:r>
              <a:rPr lang="de-DE" sz="1200" dirty="0" err="1"/>
              <a:t>Removes</a:t>
            </a:r>
            <a:r>
              <a:rPr lang="de-DE" sz="1200" dirty="0"/>
              <a:t> LTPs </a:t>
            </a:r>
            <a:r>
              <a:rPr lang="de-DE" sz="1200" dirty="0" err="1"/>
              <a:t>with</a:t>
            </a:r>
            <a:r>
              <a:rPr lang="de-DE" sz="1200" dirty="0"/>
              <a:t> </a:t>
            </a:r>
            <a:r>
              <a:rPr lang="de-DE" sz="1200" dirty="0" err="1"/>
              <a:t>LayerProtocols</a:t>
            </a:r>
            <a:r>
              <a:rPr lang="de-DE" sz="1200" dirty="0"/>
              <a:t> </a:t>
            </a:r>
            <a:r>
              <a:rPr lang="de-DE" sz="1200" dirty="0" err="1"/>
              <a:t>that</a:t>
            </a:r>
            <a:r>
              <a:rPr lang="de-DE" sz="1200" dirty="0"/>
              <a:t> </a:t>
            </a:r>
            <a:r>
              <a:rPr lang="de-DE" sz="1200" dirty="0" err="1"/>
              <a:t>are</a:t>
            </a:r>
            <a:r>
              <a:rPr lang="de-DE" sz="1200" dirty="0"/>
              <a:t> not on </a:t>
            </a:r>
            <a:r>
              <a:rPr lang="de-DE" sz="1200" dirty="0" err="1"/>
              <a:t>the</a:t>
            </a:r>
            <a:r>
              <a:rPr lang="de-DE" sz="1200" dirty="0"/>
              <a:t> </a:t>
            </a:r>
            <a:r>
              <a:rPr lang="de-DE" sz="1200" dirty="0" err="1"/>
              <a:t>whiteList</a:t>
            </a:r>
            <a:endParaRPr lang="de-DE" sz="1200" dirty="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EE8905CA-EFB7-F2E8-5AAF-9EFC2B071A9D}"/>
              </a:ext>
            </a:extLst>
          </p:cNvPr>
          <p:cNvCxnSpPr>
            <a:cxnSpLocks/>
          </p:cNvCxnSpPr>
          <p:nvPr/>
        </p:nvCxnSpPr>
        <p:spPr>
          <a:xfrm>
            <a:off x="3086986" y="2319294"/>
            <a:ext cx="44548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BE0C488C-7E1D-ECE4-9D7D-EA88F877C83C}"/>
              </a:ext>
            </a:extLst>
          </p:cNvPr>
          <p:cNvSpPr txBox="1"/>
          <p:nvPr/>
        </p:nvSpPr>
        <p:spPr>
          <a:xfrm>
            <a:off x="4611366" y="2319295"/>
            <a:ext cx="283443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>
                <a:solidFill>
                  <a:srgbClr val="FF0000"/>
                </a:solidFill>
              </a:rPr>
              <a:t>{ _</a:t>
            </a:r>
            <a:r>
              <a:rPr lang="de-DE" sz="800" dirty="0" err="1">
                <a:solidFill>
                  <a:srgbClr val="FF0000"/>
                </a:solidFill>
              </a:rPr>
              <a:t>rawControlConstruct</a:t>
            </a:r>
            <a:r>
              <a:rPr lang="de-DE" sz="800" dirty="0">
                <a:solidFill>
                  <a:srgbClr val="FF0000"/>
                </a:solidFill>
              </a:rPr>
              <a:t>, [</a:t>
            </a:r>
            <a:r>
              <a:rPr lang="de-DE" sz="800" dirty="0" err="1">
                <a:solidFill>
                  <a:srgbClr val="FF0000"/>
                </a:solidFill>
              </a:rPr>
              <a:t>whiteListedLayerProtocolNames</a:t>
            </a:r>
            <a:r>
              <a:rPr lang="de-DE" sz="800" dirty="0">
                <a:solidFill>
                  <a:srgbClr val="FF0000"/>
                </a:solidFill>
              </a:rPr>
              <a:t>] }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21C0AFA1-9F06-11E3-6EDC-47CAA8475100}"/>
              </a:ext>
            </a:extLst>
          </p:cNvPr>
          <p:cNvSpPr/>
          <p:nvPr/>
        </p:nvSpPr>
        <p:spPr>
          <a:xfrm>
            <a:off x="7541882" y="3335079"/>
            <a:ext cx="2558902" cy="85060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200" dirty="0" err="1"/>
              <a:t>specificFunction</a:t>
            </a:r>
            <a:r>
              <a:rPr lang="de-DE" sz="1200" dirty="0"/>
              <a:t>:</a:t>
            </a:r>
          </a:p>
          <a:p>
            <a:r>
              <a:rPr lang="de-DE" sz="1200" dirty="0" err="1"/>
              <a:t>Removes</a:t>
            </a:r>
            <a:r>
              <a:rPr lang="de-DE" sz="1200" dirty="0"/>
              <a:t> out-</a:t>
            </a:r>
            <a:r>
              <a:rPr lang="de-DE" sz="1200" dirty="0" err="1"/>
              <a:t>dated</a:t>
            </a:r>
            <a:r>
              <a:rPr lang="de-DE" sz="1200" dirty="0"/>
              <a:t> 15min/24h </a:t>
            </a:r>
            <a:r>
              <a:rPr lang="de-DE" sz="1200" dirty="0" err="1"/>
              <a:t>slices</a:t>
            </a:r>
            <a:r>
              <a:rPr lang="de-DE" sz="1200" dirty="0"/>
              <a:t> </a:t>
            </a:r>
            <a:r>
              <a:rPr lang="de-DE" sz="1200" dirty="0" err="1"/>
              <a:t>of</a:t>
            </a:r>
            <a:r>
              <a:rPr lang="de-DE" sz="1200" dirty="0"/>
              <a:t> </a:t>
            </a:r>
            <a:r>
              <a:rPr lang="de-DE" sz="1200" dirty="0" err="1"/>
              <a:t>HistPerfData</a:t>
            </a:r>
            <a:endParaRPr lang="de-DE" sz="1200" dirty="0"/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27D2915A-BEA1-541B-1228-A96B1F62B100}"/>
              </a:ext>
            </a:extLst>
          </p:cNvPr>
          <p:cNvCxnSpPr>
            <a:cxnSpLocks/>
          </p:cNvCxnSpPr>
          <p:nvPr/>
        </p:nvCxnSpPr>
        <p:spPr>
          <a:xfrm>
            <a:off x="3086986" y="3446345"/>
            <a:ext cx="44548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1773C5E5-CD02-D6F8-BAFA-B69FB84CEDCE}"/>
              </a:ext>
            </a:extLst>
          </p:cNvPr>
          <p:cNvSpPr txBox="1"/>
          <p:nvPr/>
        </p:nvSpPr>
        <p:spPr>
          <a:xfrm>
            <a:off x="4569688" y="3235841"/>
            <a:ext cx="29177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>
                <a:solidFill>
                  <a:srgbClr val="FF0000"/>
                </a:solidFill>
              </a:rPr>
              <a:t>{ _LTP, </a:t>
            </a:r>
            <a:r>
              <a:rPr lang="de-DE" sz="800" dirty="0" err="1">
                <a:solidFill>
                  <a:srgbClr val="FF0000"/>
                </a:solidFill>
              </a:rPr>
              <a:t>ltpUuid</a:t>
            </a:r>
            <a:r>
              <a:rPr lang="de-DE" sz="800" dirty="0">
                <a:solidFill>
                  <a:srgbClr val="FF0000"/>
                </a:solidFill>
              </a:rPr>
              <a:t>, </a:t>
            </a:r>
            <a:r>
              <a:rPr lang="de-DE" sz="800" dirty="0" err="1">
                <a:solidFill>
                  <a:srgbClr val="FF0000"/>
                </a:solidFill>
              </a:rPr>
              <a:t>listOf</a:t>
            </a:r>
            <a:r>
              <a:rPr lang="de-DE" sz="800" dirty="0">
                <a:solidFill>
                  <a:srgbClr val="FF0000"/>
                </a:solidFill>
              </a:rPr>
              <a:t>-(</a:t>
            </a:r>
            <a:r>
              <a:rPr lang="de-DE" sz="800" dirty="0" err="1">
                <a:solidFill>
                  <a:srgbClr val="FF0000"/>
                </a:solidFill>
              </a:rPr>
              <a:t>lpLocalId</a:t>
            </a:r>
            <a:r>
              <a:rPr lang="de-DE" sz="800" dirty="0">
                <a:solidFill>
                  <a:srgbClr val="FF0000"/>
                </a:solidFill>
              </a:rPr>
              <a:t>, </a:t>
            </a:r>
            <a:r>
              <a:rPr lang="de-DE" sz="800" dirty="0" err="1">
                <a:solidFill>
                  <a:srgbClr val="FF0000"/>
                </a:solidFill>
              </a:rPr>
              <a:t>mostRecentPeriodEndTime</a:t>
            </a:r>
            <a:r>
              <a:rPr lang="de-DE" sz="800" dirty="0">
                <a:solidFill>
                  <a:srgbClr val="FF0000"/>
                </a:solidFill>
              </a:rPr>
              <a:t>) }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C2CFDFCC-44BC-6AD4-F554-968FD53E2BF6}"/>
              </a:ext>
            </a:extLst>
          </p:cNvPr>
          <p:cNvSpPr/>
          <p:nvPr/>
        </p:nvSpPr>
        <p:spPr>
          <a:xfrm>
            <a:off x="7541882" y="1276605"/>
            <a:ext cx="2558902" cy="8506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200" dirty="0" err="1"/>
              <a:t>genericFunction</a:t>
            </a:r>
            <a:r>
              <a:rPr lang="de-DE" sz="1200" dirty="0"/>
              <a:t>:</a:t>
            </a:r>
          </a:p>
          <a:p>
            <a:r>
              <a:rPr lang="de-DE" sz="1200" dirty="0" err="1"/>
              <a:t>Removes</a:t>
            </a:r>
            <a:r>
              <a:rPr lang="de-DE" sz="1200" dirty="0"/>
              <a:t> </a:t>
            </a:r>
            <a:r>
              <a:rPr lang="de-DE" sz="1200" dirty="0" err="1"/>
              <a:t>contents</a:t>
            </a:r>
            <a:r>
              <a:rPr lang="de-DE" sz="1200" dirty="0"/>
              <a:t> </a:t>
            </a:r>
            <a:r>
              <a:rPr lang="de-DE" sz="1200" dirty="0" err="1"/>
              <a:t>of</a:t>
            </a:r>
            <a:r>
              <a:rPr lang="de-DE" sz="1200" dirty="0"/>
              <a:t> CC </a:t>
            </a:r>
            <a:r>
              <a:rPr lang="de-DE" sz="1200" dirty="0" err="1"/>
              <a:t>that</a:t>
            </a:r>
            <a:r>
              <a:rPr lang="de-DE" sz="1200" dirty="0"/>
              <a:t> </a:t>
            </a:r>
            <a:r>
              <a:rPr lang="de-DE" sz="1200" dirty="0" err="1"/>
              <a:t>are</a:t>
            </a:r>
            <a:r>
              <a:rPr lang="de-DE" sz="1200" dirty="0"/>
              <a:t> not on </a:t>
            </a:r>
            <a:r>
              <a:rPr lang="de-DE" sz="1200" dirty="0" err="1"/>
              <a:t>the</a:t>
            </a:r>
            <a:r>
              <a:rPr lang="de-DE" sz="1200" dirty="0"/>
              <a:t> </a:t>
            </a:r>
            <a:r>
              <a:rPr lang="de-DE" sz="1200" dirty="0" err="1"/>
              <a:t>whiteList</a:t>
            </a:r>
            <a:endParaRPr lang="de-DE" sz="1200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0F26F49-B267-E787-2EA0-9DC05A79B203}"/>
              </a:ext>
            </a:extLst>
          </p:cNvPr>
          <p:cNvSpPr txBox="1"/>
          <p:nvPr/>
        </p:nvSpPr>
        <p:spPr>
          <a:xfrm rot="21437376">
            <a:off x="4831240" y="1863918"/>
            <a:ext cx="24336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>
                <a:solidFill>
                  <a:srgbClr val="FF0000"/>
                </a:solidFill>
              </a:rPr>
              <a:t>{ _</a:t>
            </a:r>
            <a:r>
              <a:rPr lang="de-DE" sz="800" dirty="0" err="1">
                <a:solidFill>
                  <a:srgbClr val="FF0000"/>
                </a:solidFill>
              </a:rPr>
              <a:t>rawControlConstruct</a:t>
            </a:r>
            <a:r>
              <a:rPr lang="de-DE" sz="800" dirty="0">
                <a:solidFill>
                  <a:srgbClr val="FF0000"/>
                </a:solidFill>
              </a:rPr>
              <a:t>, [</a:t>
            </a:r>
            <a:r>
              <a:rPr lang="de-DE" sz="800" dirty="0" err="1">
                <a:solidFill>
                  <a:srgbClr val="FF0000"/>
                </a:solidFill>
              </a:rPr>
              <a:t>whiteListedCcContent</a:t>
            </a:r>
            <a:r>
              <a:rPr lang="de-DE" sz="800" dirty="0">
                <a:solidFill>
                  <a:srgbClr val="FF0000"/>
                </a:solidFill>
              </a:rPr>
              <a:t>] }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FFFE9287-2CF1-F35C-A6D4-C4C559E34C70}"/>
              </a:ext>
            </a:extLst>
          </p:cNvPr>
          <p:cNvCxnSpPr>
            <a:cxnSpLocks/>
          </p:cNvCxnSpPr>
          <p:nvPr/>
        </p:nvCxnSpPr>
        <p:spPr>
          <a:xfrm flipV="1">
            <a:off x="3086986" y="1991833"/>
            <a:ext cx="4454896" cy="2197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50810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ced55a7-e3ff-412d-8b16-16c16d29a51e}" enabled="1" method="Privileged" siteId="{9744600e-3e04-492e-baa1-25ec245c6f1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Microsoft Office PowerPoint</Application>
  <PresentationFormat>Breitbild</PresentationFormat>
  <Paragraphs>9</Paragraphs>
  <Slides>1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think-cell Folie</vt:lpstr>
      <vt:lpstr>PowerPoint-Präsentation</vt:lpstr>
    </vt:vector>
  </TitlesOfParts>
  <Company>Telefónica Germany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Thorsten Heinze</dc:creator>
  <cp:lastModifiedBy>Thorsten Heinze</cp:lastModifiedBy>
  <cp:revision>1</cp:revision>
  <dcterms:created xsi:type="dcterms:W3CDTF">2025-11-24T09:47:01Z</dcterms:created>
  <dcterms:modified xsi:type="dcterms:W3CDTF">2025-11-24T10:21:22Z</dcterms:modified>
</cp:coreProperties>
</file>