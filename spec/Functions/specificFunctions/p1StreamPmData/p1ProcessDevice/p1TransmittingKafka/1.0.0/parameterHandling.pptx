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4C07A-0E3E-4EA3-81EC-B8C5EB138908}" v="33" dt="2025-12-27T13:15:20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">
      <pc:chgData name="Thorsten Heinze" userId="8373ecd2-b5b9-4b48-849d-3bee853f6cc0" providerId="ADAL" clId="{33E4F197-D015-42C7-A91E-E5AC6843AD16}" dt="2025-12-27T13:20:32.642" v="559" actId="1076"/>
      <pc:docMkLst>
        <pc:docMk/>
      </pc:docMkLst>
      <pc:sldChg chg="addSp modSp del mod">
        <pc:chgData name="Thorsten Heinze" userId="8373ecd2-b5b9-4b48-849d-3bee853f6cc0" providerId="ADAL" clId="{33E4F197-D015-42C7-A91E-E5AC6843AD16}" dt="2025-12-27T13:16:46.169" v="421" actId="47"/>
        <pc:sldMkLst>
          <pc:docMk/>
          <pc:sldMk cId="3505457084" sldId="256"/>
        </pc:sldMkLst>
        <pc:spChg chg="add mod">
          <ac:chgData name="Thorsten Heinze" userId="8373ecd2-b5b9-4b48-849d-3bee853f6cc0" providerId="ADAL" clId="{33E4F197-D015-42C7-A91E-E5AC6843AD16}" dt="2025-12-27T12:32:04.724" v="71" actId="1076"/>
          <ac:spMkLst>
            <pc:docMk/>
            <pc:sldMk cId="3505457084" sldId="256"/>
            <ac:spMk id="2" creationId="{FD40F3E9-25E6-F09A-C92D-DE56C8769797}"/>
          </ac:spMkLst>
        </pc:spChg>
        <pc:spChg chg="mod">
          <ac:chgData name="Thorsten Heinze" userId="8373ecd2-b5b9-4b48-849d-3bee853f6cc0" providerId="ADAL" clId="{33E4F197-D015-42C7-A91E-E5AC6843AD16}" dt="2025-12-27T12:32:04.724" v="71" actId="1076"/>
          <ac:spMkLst>
            <pc:docMk/>
            <pc:sldMk cId="3505457084" sldId="256"/>
            <ac:spMk id="5" creationId="{04B27CAB-7A88-A8F6-751C-BC3D9E694A1D}"/>
          </ac:spMkLst>
        </pc:spChg>
        <pc:spChg chg="mod">
          <ac:chgData name="Thorsten Heinze" userId="8373ecd2-b5b9-4b48-849d-3bee853f6cc0" providerId="ADAL" clId="{33E4F197-D015-42C7-A91E-E5AC6843AD16}" dt="2025-12-27T12:31:33.797" v="68" actId="20577"/>
          <ac:spMkLst>
            <pc:docMk/>
            <pc:sldMk cId="3505457084" sldId="256"/>
            <ac:spMk id="6" creationId="{26BC5352-E95D-01F4-C871-0A582D748B5F}"/>
          </ac:spMkLst>
        </pc:spChg>
        <pc:spChg chg="mod">
          <ac:chgData name="Thorsten Heinze" userId="8373ecd2-b5b9-4b48-849d-3bee853f6cc0" providerId="ADAL" clId="{33E4F197-D015-42C7-A91E-E5AC6843AD16}" dt="2025-12-27T12:32:00.211" v="70" actId="1076"/>
          <ac:spMkLst>
            <pc:docMk/>
            <pc:sldMk cId="3505457084" sldId="256"/>
            <ac:spMk id="7" creationId="{7202DD99-FA6A-DE87-D7BE-9646E1874BB3}"/>
          </ac:spMkLst>
        </pc:spChg>
        <pc:spChg chg="mod">
          <ac:chgData name="Thorsten Heinze" userId="8373ecd2-b5b9-4b48-849d-3bee853f6cc0" providerId="ADAL" clId="{33E4F197-D015-42C7-A91E-E5AC6843AD16}" dt="2025-12-27T12:32:00.211" v="70" actId="1076"/>
          <ac:spMkLst>
            <pc:docMk/>
            <pc:sldMk cId="3505457084" sldId="256"/>
            <ac:spMk id="8" creationId="{F4C77AA9-8264-F3AD-C5E2-43DD576E16CC}"/>
          </ac:spMkLst>
        </pc:spChg>
        <pc:spChg chg="mod">
          <ac:chgData name="Thorsten Heinze" userId="8373ecd2-b5b9-4b48-849d-3bee853f6cc0" providerId="ADAL" clId="{33E4F197-D015-42C7-A91E-E5AC6843AD16}" dt="2025-12-27T12:32:00.211" v="70" actId="1076"/>
          <ac:spMkLst>
            <pc:docMk/>
            <pc:sldMk cId="3505457084" sldId="256"/>
            <ac:spMk id="9" creationId="{6005C770-6F35-09F1-1564-584B765EC3CD}"/>
          </ac:spMkLst>
        </pc:spChg>
        <pc:spChg chg="add mod">
          <ac:chgData name="Thorsten Heinze" userId="8373ecd2-b5b9-4b48-849d-3bee853f6cc0" providerId="ADAL" clId="{33E4F197-D015-42C7-A91E-E5AC6843AD16}" dt="2025-12-27T12:30:46.058" v="65" actId="14100"/>
          <ac:spMkLst>
            <pc:docMk/>
            <pc:sldMk cId="3505457084" sldId="256"/>
            <ac:spMk id="13" creationId="{0D02C0FB-7528-0B28-576F-165B063F661C}"/>
          </ac:spMkLst>
        </pc:spChg>
        <pc:spChg chg="mod">
          <ac:chgData name="Thorsten Heinze" userId="8373ecd2-b5b9-4b48-849d-3bee853f6cc0" providerId="ADAL" clId="{33E4F197-D015-42C7-A91E-E5AC6843AD16}" dt="2025-12-27T12:31:53.952" v="69" actId="1076"/>
          <ac:spMkLst>
            <pc:docMk/>
            <pc:sldMk cId="3505457084" sldId="256"/>
            <ac:spMk id="19" creationId="{7188BC18-378E-AACA-B49A-99E6BCD5553F}"/>
          </ac:spMkLst>
        </pc:spChg>
        <pc:spChg chg="add mod">
          <ac:chgData name="Thorsten Heinze" userId="8373ecd2-b5b9-4b48-849d-3bee853f6cc0" providerId="ADAL" clId="{33E4F197-D015-42C7-A91E-E5AC6843AD16}" dt="2025-12-27T12:32:39.388" v="80" actId="1076"/>
          <ac:spMkLst>
            <pc:docMk/>
            <pc:sldMk cId="3505457084" sldId="256"/>
            <ac:spMk id="22" creationId="{FB2DA844-78E9-4648-942F-F4423BCABC63}"/>
          </ac:spMkLst>
        </pc:spChg>
        <pc:spChg chg="add mod">
          <ac:chgData name="Thorsten Heinze" userId="8373ecd2-b5b9-4b48-849d-3bee853f6cc0" providerId="ADAL" clId="{33E4F197-D015-42C7-A91E-E5AC6843AD16}" dt="2025-12-27T12:35:32.751" v="87" actId="571"/>
          <ac:spMkLst>
            <pc:docMk/>
            <pc:sldMk cId="3505457084" sldId="256"/>
            <ac:spMk id="28" creationId="{D6997B00-56E1-9728-DCA3-7C38FF44FB16}"/>
          </ac:spMkLst>
        </pc:spChg>
        <pc:spChg chg="add mod">
          <ac:chgData name="Thorsten Heinze" userId="8373ecd2-b5b9-4b48-849d-3bee853f6cc0" providerId="ADAL" clId="{33E4F197-D015-42C7-A91E-E5AC6843AD16}" dt="2025-12-27T12:39:59.832" v="129" actId="20577"/>
          <ac:spMkLst>
            <pc:docMk/>
            <pc:sldMk cId="3505457084" sldId="256"/>
            <ac:spMk id="31" creationId="{EA042733-63DA-B56B-B7D2-73AB0DDFB98B}"/>
          </ac:spMkLst>
        </pc:spChg>
        <pc:cxnChg chg="add mod">
          <ac:chgData name="Thorsten Heinze" userId="8373ecd2-b5b9-4b48-849d-3bee853f6cc0" providerId="ADAL" clId="{33E4F197-D015-42C7-A91E-E5AC6843AD16}" dt="2025-12-27T12:32:07.912" v="72" actId="14100"/>
          <ac:cxnSpMkLst>
            <pc:docMk/>
            <pc:sldMk cId="3505457084" sldId="256"/>
            <ac:cxnSpMk id="3" creationId="{1B72669E-223C-EBAF-8BB4-A61DBBBF6535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1" creationId="{A0EDAF31-4E05-1413-D257-21DE1CC948BC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2" creationId="{7994D850-D8E9-2262-7E1B-64BA7F56E94B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5" creationId="{83E4E181-3E4B-D4F0-A132-CF94DAC0A51B}"/>
          </ac:cxnSpMkLst>
        </pc:cxnChg>
        <pc:cxnChg chg="mod">
          <ac:chgData name="Thorsten Heinze" userId="8373ecd2-b5b9-4b48-849d-3bee853f6cc0" providerId="ADAL" clId="{33E4F197-D015-42C7-A91E-E5AC6843AD16}" dt="2025-12-27T12:34:59.999" v="86" actId="693"/>
          <ac:cxnSpMkLst>
            <pc:docMk/>
            <pc:sldMk cId="3505457084" sldId="256"/>
            <ac:cxnSpMk id="18" creationId="{4E1E12B5-D191-CA5C-B10D-1313F9090782}"/>
          </ac:cxnSpMkLst>
        </pc:cxnChg>
        <pc:cxnChg chg="mod">
          <ac:chgData name="Thorsten Heinze" userId="8373ecd2-b5b9-4b48-849d-3bee853f6cc0" providerId="ADAL" clId="{33E4F197-D015-42C7-A91E-E5AC6843AD16}" dt="2025-12-27T12:35:40.782" v="89" actId="14100"/>
          <ac:cxnSpMkLst>
            <pc:docMk/>
            <pc:sldMk cId="3505457084" sldId="256"/>
            <ac:cxnSpMk id="20" creationId="{90E45926-A122-5BC3-8E7E-59F2F93F08FA}"/>
          </ac:cxnSpMkLst>
        </pc:cxnChg>
        <pc:cxnChg chg="add mod">
          <ac:chgData name="Thorsten Heinze" userId="8373ecd2-b5b9-4b48-849d-3bee853f6cc0" providerId="ADAL" clId="{33E4F197-D015-42C7-A91E-E5AC6843AD16}" dt="2025-12-27T12:32:57.162" v="83" actId="14100"/>
          <ac:cxnSpMkLst>
            <pc:docMk/>
            <pc:sldMk cId="3505457084" sldId="256"/>
            <ac:cxnSpMk id="23" creationId="{A1934E56-E111-2485-831F-AF25706C2D78}"/>
          </ac:cxnSpMkLst>
        </pc:cxnChg>
      </pc:sldChg>
      <pc:sldChg chg="del">
        <pc:chgData name="Thorsten Heinze" userId="8373ecd2-b5b9-4b48-849d-3bee853f6cc0" providerId="ADAL" clId="{33E4F197-D015-42C7-A91E-E5AC6843AD16}" dt="2025-12-27T13:17:45.111" v="422" actId="47"/>
        <pc:sldMkLst>
          <pc:docMk/>
          <pc:sldMk cId="2539666637" sldId="257"/>
        </pc:sldMkLst>
      </pc:sldChg>
      <pc:sldChg chg="addSp delSp modSp add mod">
        <pc:chgData name="Thorsten Heinze" userId="8373ecd2-b5b9-4b48-849d-3bee853f6cc0" providerId="ADAL" clId="{33E4F197-D015-42C7-A91E-E5AC6843AD16}" dt="2025-12-27T13:20:32.642" v="559" actId="1076"/>
        <pc:sldMkLst>
          <pc:docMk/>
          <pc:sldMk cId="3461233473" sldId="258"/>
        </pc:sldMkLst>
        <pc:spChg chg="mod">
          <ac:chgData name="Thorsten Heinze" userId="8373ecd2-b5b9-4b48-849d-3bee853f6cc0" providerId="ADAL" clId="{33E4F197-D015-42C7-A91E-E5AC6843AD16}" dt="2025-12-27T13:19:18.714" v="551" actId="1038"/>
          <ac:spMkLst>
            <pc:docMk/>
            <pc:sldMk cId="3461233473" sldId="258"/>
            <ac:spMk id="2" creationId="{FD40F3E9-25E6-F09A-C92D-DE56C8769797}"/>
          </ac:spMkLst>
        </pc:spChg>
        <pc:spChg chg="mod">
          <ac:chgData name="Thorsten Heinze" userId="8373ecd2-b5b9-4b48-849d-3bee853f6cc0" providerId="ADAL" clId="{33E4F197-D015-42C7-A91E-E5AC6843AD16}" dt="2025-12-27T13:19:18.714" v="551" actId="1038"/>
          <ac:spMkLst>
            <pc:docMk/>
            <pc:sldMk cId="3461233473" sldId="258"/>
            <ac:spMk id="5" creationId="{04B27CAB-7A88-A8F6-751C-BC3D9E694A1D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6" creationId="{26BC5352-E95D-01F4-C871-0A582D748B5F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7" creationId="{7202DD99-FA6A-DE87-D7BE-9646E1874BB3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8" creationId="{F4C77AA9-8264-F3AD-C5E2-43DD576E16CC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9" creationId="{6005C770-6F35-09F1-1564-584B765EC3CD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13" creationId="{0D02C0FB-7528-0B28-576F-165B063F661C}"/>
          </ac:spMkLst>
        </pc:spChg>
        <pc:spChg chg="add mod">
          <ac:chgData name="Thorsten Heinze" userId="8373ecd2-b5b9-4b48-849d-3bee853f6cc0" providerId="ADAL" clId="{33E4F197-D015-42C7-A91E-E5AC6843AD16}" dt="2025-12-27T12:46:01.208" v="168" actId="113"/>
          <ac:spMkLst>
            <pc:docMk/>
            <pc:sldMk cId="3461233473" sldId="258"/>
            <ac:spMk id="16" creationId="{83410882-8F3B-E454-54E0-02ADD8A6815E}"/>
          </ac:spMkLst>
        </pc:spChg>
        <pc:spChg chg="add mod">
          <ac:chgData name="Thorsten Heinze" userId="8373ecd2-b5b9-4b48-849d-3bee853f6cc0" providerId="ADAL" clId="{33E4F197-D015-42C7-A91E-E5AC6843AD16}" dt="2025-12-27T13:20:32.642" v="559" actId="1076"/>
          <ac:spMkLst>
            <pc:docMk/>
            <pc:sldMk cId="3461233473" sldId="258"/>
            <ac:spMk id="17" creationId="{251632AE-56A3-4CD1-CBDA-3D2D464AB003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19" creationId="{7188BC18-378E-AACA-B49A-99E6BCD5553F}"/>
          </ac:spMkLst>
        </pc:spChg>
        <pc:spChg chg="add mod">
          <ac:chgData name="Thorsten Heinze" userId="8373ecd2-b5b9-4b48-849d-3bee853f6cc0" providerId="ADAL" clId="{33E4F197-D015-42C7-A91E-E5AC6843AD16}" dt="2025-12-27T13:16:33.614" v="420" actId="13822"/>
          <ac:spMkLst>
            <pc:docMk/>
            <pc:sldMk cId="3461233473" sldId="258"/>
            <ac:spMk id="21" creationId="{0C66B0BF-3B5A-AB34-E282-5DBEA4D77F78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22" creationId="{FB2DA844-78E9-4648-942F-F4423BCABC63}"/>
          </ac:spMkLst>
        </pc:spChg>
        <pc:spChg chg="add 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26" creationId="{77942310-E0E3-21E7-F8C7-B282DA57C352}"/>
          </ac:spMkLst>
        </pc:spChg>
        <pc:spChg chg="mod">
          <ac:chgData name="Thorsten Heinze" userId="8373ecd2-b5b9-4b48-849d-3bee853f6cc0" providerId="ADAL" clId="{33E4F197-D015-42C7-A91E-E5AC6843AD16}" dt="2025-12-27T13:19:09.043" v="511" actId="1038"/>
          <ac:spMkLst>
            <pc:docMk/>
            <pc:sldMk cId="3461233473" sldId="258"/>
            <ac:spMk id="28" creationId="{D6997B00-56E1-9728-DCA3-7C38FF44FB16}"/>
          </ac:spMkLst>
        </pc:spChg>
        <pc:spChg chg="del mod">
          <ac:chgData name="Thorsten Heinze" userId="8373ecd2-b5b9-4b48-849d-3bee853f6cc0" providerId="ADAL" clId="{33E4F197-D015-42C7-A91E-E5AC6843AD16}" dt="2025-12-27T13:00:10.424" v="337" actId="478"/>
          <ac:spMkLst>
            <pc:docMk/>
            <pc:sldMk cId="3461233473" sldId="258"/>
            <ac:spMk id="31" creationId="{EA042733-63DA-B56B-B7D2-73AB0DDFB98B}"/>
          </ac:spMkLst>
        </pc:spChg>
        <pc:cxnChg chg="add del mod">
          <ac:chgData name="Thorsten Heinze" userId="8373ecd2-b5b9-4b48-849d-3bee853f6cc0" providerId="ADAL" clId="{33E4F197-D015-42C7-A91E-E5AC6843AD16}" dt="2025-12-27T12:51:49.304" v="305" actId="478"/>
          <ac:cxnSpMkLst>
            <pc:docMk/>
            <pc:sldMk cId="3461233473" sldId="258"/>
            <ac:cxnSpMk id="3" creationId="{1B72669E-223C-EBAF-8BB4-A61DBBBF6535}"/>
          </ac:cxnSpMkLst>
        </pc:cxnChg>
        <pc:cxnChg chg="add del">
          <ac:chgData name="Thorsten Heinze" userId="8373ecd2-b5b9-4b48-849d-3bee853f6cc0" providerId="ADAL" clId="{33E4F197-D015-42C7-A91E-E5AC6843AD16}" dt="2025-12-27T12:51:49.349" v="306" actId="478"/>
          <ac:cxnSpMkLst>
            <pc:docMk/>
            <pc:sldMk cId="3461233473" sldId="258"/>
            <ac:cxnSpMk id="11" creationId="{A0EDAF31-4E05-1413-D257-21DE1CC948BC}"/>
          </ac:cxnSpMkLst>
        </pc:cxnChg>
        <pc:cxnChg chg="mod">
          <ac:chgData name="Thorsten Heinze" userId="8373ecd2-b5b9-4b48-849d-3bee853f6cc0" providerId="ADAL" clId="{33E4F197-D015-42C7-A91E-E5AC6843AD16}" dt="2025-12-27T13:05:14.381" v="376" actId="1035"/>
          <ac:cxnSpMkLst>
            <pc:docMk/>
            <pc:sldMk cId="3461233473" sldId="258"/>
            <ac:cxnSpMk id="12" creationId="{7994D850-D8E9-2262-7E1B-64BA7F56E94B}"/>
          </ac:cxnSpMkLst>
        </pc:cxnChg>
        <pc:cxnChg chg="add mod">
          <ac:chgData name="Thorsten Heinze" userId="8373ecd2-b5b9-4b48-849d-3bee853f6cc0" providerId="ADAL" clId="{33E4F197-D015-42C7-A91E-E5AC6843AD16}" dt="2025-12-27T12:45:22.190" v="134" actId="208"/>
          <ac:cxnSpMkLst>
            <pc:docMk/>
            <pc:sldMk cId="3461233473" sldId="258"/>
            <ac:cxnSpMk id="14" creationId="{FD31D858-F6F2-C8E7-BC04-B9963412B8C2}"/>
          </ac:cxnSpMkLst>
        </pc:cxnChg>
        <pc:cxnChg chg="mod">
          <ac:chgData name="Thorsten Heinze" userId="8373ecd2-b5b9-4b48-849d-3bee853f6cc0" providerId="ADAL" clId="{33E4F197-D015-42C7-A91E-E5AC6843AD16}" dt="2025-12-27T13:19:09.043" v="511" actId="1038"/>
          <ac:cxnSpMkLst>
            <pc:docMk/>
            <pc:sldMk cId="3461233473" sldId="258"/>
            <ac:cxnSpMk id="15" creationId="{83E4E181-3E4B-D4F0-A132-CF94DAC0A51B}"/>
          </ac:cxnSpMkLst>
        </pc:cxnChg>
        <pc:cxnChg chg="mod">
          <ac:chgData name="Thorsten Heinze" userId="8373ecd2-b5b9-4b48-849d-3bee853f6cc0" providerId="ADAL" clId="{33E4F197-D015-42C7-A91E-E5AC6843AD16}" dt="2025-12-27T13:18:56.024" v="488" actId="14100"/>
          <ac:cxnSpMkLst>
            <pc:docMk/>
            <pc:sldMk cId="3461233473" sldId="258"/>
            <ac:cxnSpMk id="18" creationId="{4E1E12B5-D191-CA5C-B10D-1313F9090782}"/>
          </ac:cxnSpMkLst>
        </pc:cxnChg>
        <pc:cxnChg chg="add del mod">
          <ac:chgData name="Thorsten Heinze" userId="8373ecd2-b5b9-4b48-849d-3bee853f6cc0" providerId="ADAL" clId="{33E4F197-D015-42C7-A91E-E5AC6843AD16}" dt="2025-12-27T12:51:49.410" v="308" actId="478"/>
          <ac:cxnSpMkLst>
            <pc:docMk/>
            <pc:sldMk cId="3461233473" sldId="258"/>
            <ac:cxnSpMk id="20" creationId="{90E45926-A122-5BC3-8E7E-59F2F93F08FA}"/>
          </ac:cxnSpMkLst>
        </pc:cxnChg>
        <pc:cxnChg chg="add del mod">
          <ac:chgData name="Thorsten Heinze" userId="8373ecd2-b5b9-4b48-849d-3bee853f6cc0" providerId="ADAL" clId="{33E4F197-D015-42C7-A91E-E5AC6843AD16}" dt="2025-12-27T12:51:49.381" v="307" actId="478"/>
          <ac:cxnSpMkLst>
            <pc:docMk/>
            <pc:sldMk cId="3461233473" sldId="258"/>
            <ac:cxnSpMk id="23" creationId="{A1934E56-E111-2485-831F-AF25706C2D78}"/>
          </ac:cxnSpMkLst>
        </pc:cxnChg>
        <pc:cxnChg chg="add mod">
          <ac:chgData name="Thorsten Heinze" userId="8373ecd2-b5b9-4b48-849d-3bee853f6cc0" providerId="ADAL" clId="{33E4F197-D015-42C7-A91E-E5AC6843AD16}" dt="2025-12-27T13:19:31.878" v="553" actId="14100"/>
          <ac:cxnSpMkLst>
            <pc:docMk/>
            <pc:sldMk cId="3461233473" sldId="258"/>
            <ac:cxnSpMk id="30" creationId="{3B9474F5-627A-F890-59D3-AAE92950B4A7}"/>
          </ac:cxnSpMkLst>
        </pc:cxnChg>
        <pc:cxnChg chg="add mod">
          <ac:chgData name="Thorsten Heinze" userId="8373ecd2-b5b9-4b48-849d-3bee853f6cc0" providerId="ADAL" clId="{33E4F197-D015-42C7-A91E-E5AC6843AD16}" dt="2025-12-27T13:19:52.003" v="555" actId="14100"/>
          <ac:cxnSpMkLst>
            <pc:docMk/>
            <pc:sldMk cId="3461233473" sldId="258"/>
            <ac:cxnSpMk id="34" creationId="{061783B7-ADC2-577B-2F29-62E7462CFB82}"/>
          </ac:cxnSpMkLst>
        </pc:cxnChg>
        <pc:cxnChg chg="add mod">
          <ac:chgData name="Thorsten Heinze" userId="8373ecd2-b5b9-4b48-849d-3bee853f6cc0" providerId="ADAL" clId="{33E4F197-D015-42C7-A91E-E5AC6843AD16}" dt="2025-12-27T13:20:15.729" v="558" actId="14100"/>
          <ac:cxnSpMkLst>
            <pc:docMk/>
            <pc:sldMk cId="3461233473" sldId="258"/>
            <ac:cxnSpMk id="37" creationId="{3C516785-F624-6D57-B238-9A8CE9BCF0E9}"/>
          </ac:cxnSpMkLst>
        </pc:cxnChg>
        <pc:cxnChg chg="add mod">
          <ac:chgData name="Thorsten Heinze" userId="8373ecd2-b5b9-4b48-849d-3bee853f6cc0" providerId="ADAL" clId="{33E4F197-D015-42C7-A91E-E5AC6843AD16}" dt="2025-12-27T13:09:17.693" v="402" actId="14100"/>
          <ac:cxnSpMkLst>
            <pc:docMk/>
            <pc:sldMk cId="3461233473" sldId="258"/>
            <ac:cxnSpMk id="41" creationId="{6E8A720E-E79C-296D-2535-93069FCDE248}"/>
          </ac:cxnSpMkLst>
        </pc:cxnChg>
        <pc:cxnChg chg="add mod">
          <ac:chgData name="Thorsten Heinze" userId="8373ecd2-b5b9-4b48-849d-3bee853f6cc0" providerId="ADAL" clId="{33E4F197-D015-42C7-A91E-E5AC6843AD16}" dt="2025-12-27T13:20:01.541" v="557" actId="14100"/>
          <ac:cxnSpMkLst>
            <pc:docMk/>
            <pc:sldMk cId="3461233473" sldId="258"/>
            <ac:cxnSpMk id="46" creationId="{D6C9478F-70EF-C8D5-842F-9F7E2D7E7A97}"/>
          </ac:cxnSpMkLst>
        </pc:cxnChg>
        <pc:cxnChg chg="add mod">
          <ac:chgData name="Thorsten Heinze" userId="8373ecd2-b5b9-4b48-849d-3bee853f6cc0" providerId="ADAL" clId="{33E4F197-D015-42C7-A91E-E5AC6843AD16}" dt="2025-12-27T13:19:56.109" v="556" actId="14100"/>
          <ac:cxnSpMkLst>
            <pc:docMk/>
            <pc:sldMk cId="3461233473" sldId="258"/>
            <ac:cxnSpMk id="49" creationId="{30D23EE3-A0E3-A375-19EC-0EC8FFE6986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234D48-36F8-A152-A0F1-ED287A67A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B179AA-F396-B21C-C63A-2025AD14C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3F55D5-30ED-FA82-40A8-CF8114653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577696-86D8-8A29-7571-5295426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3A4E1F-0A1A-934B-B13C-03F86E07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94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F95887-BFB2-CB85-696D-9A76AC80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AFE4BE-4C5A-D320-4D2C-83A3F18FB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D49542-BE2F-99E1-2907-7C2A3AFA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ACFD69-044C-3545-7FDE-EA6F10D0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020F11-920F-0B14-F91E-68AC1264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1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E74702-FBA2-B964-3E78-8B3863F2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7DF899-B413-B1E0-D4F1-58F88C61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29149C-6835-4B2A-320A-4B442D9A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B94A55-F0F2-9845-F0F1-7D06065C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88318-6801-F269-351E-CAD51ECA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296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64C7F-3E6F-855D-2A09-7EE2DA55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B203D7-4102-18FE-E842-92C039C69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10891C-9F89-789C-C7A0-B0C8D0DBE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B4B211-B033-8716-DA31-3E936353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7985C0-FD1F-B5ED-6ABE-05102371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265AFC-BF0B-D93F-B7F5-9D866581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582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3298B8-0F35-F462-9513-C7D7C7BE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8FD409-C810-31DE-8162-332DA8E5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20E3B6-D883-1E9A-746A-8374EBC0A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2F6A8C-8DB2-F14C-903B-D75745EF1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A2A52C-C579-DD8C-F070-42B267112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8D2B18E-FFE2-2C9C-B676-2BB7C36A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A24EC8-434F-9448-144E-92704998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DDA3983-8200-493A-3E62-267AC895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97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36923A-314C-5682-4760-F119E1ED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FD557A-3967-FC3D-D537-489CF6FB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B9E246-F216-2D5B-5A46-21134816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535D5F-FD66-7C61-043F-3B91B71D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447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495E2F9-83DE-10CA-15CC-35A6C9E3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0A88DA-EB3F-BFA2-8B4D-6212D3B8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4402EF-9E64-A461-F195-BC2ED832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10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A13940-4F04-FD43-88C0-0AD671C0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96EB48-CE3C-7A34-B064-22EC47A6B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85B53-C0BB-05E0-6607-DB53E03D3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B8F5FE-DDC8-8BD0-0C30-EFD93415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1D8AC9-A832-33DD-7712-7A626E39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C117D6-1515-77EA-E21F-66BC1D90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60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7E84E-3D40-B7F7-3EC1-036250C5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C0AF4CC-6EC9-B5FF-78AD-4FE6AB917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6FBC87-AE93-4DBE-13D7-0BE76F7AF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40C0D7-C416-DD20-F1E4-A883817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2B58CA-E9FC-9B4F-2BEA-36AD2DBA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45F35B-D681-5D0B-3367-AF117D8D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98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25E51-C1C3-5437-B81B-CC5401A4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B9F566-C748-BB9E-4822-53B8DB6D5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D8B881-4148-D0EF-E21F-76B50911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46EB69-456B-DCF7-9140-020AB497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B82997-8990-E2CD-25DB-0355721F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93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382AE0A-A95B-1413-3905-6B02B481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E3BF03-F08B-FD42-DF5F-490CA4E72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7F90EE-1E15-4EA6-060F-8C9E8DC3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C0BDE4-F519-D957-91F5-005073B1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BF94C-D20C-11CC-E957-E373C978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04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5B74DC-1CF7-B89D-495B-BA33E28082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6149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23" imgH="514" progId="TCLayout.ActiveDocument.1">
                  <p:embed/>
                </p:oleObj>
              </mc:Choice>
              <mc:Fallback>
                <p:oleObj name="think-cell Folie" r:id="rId14" imgW="523" imgH="51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5B74DC-1CF7-B89D-495B-BA33E28082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BCE478-DC3A-4F1D-BEE4-76E37CE7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C6D487-FAAC-BFC8-293A-409DD256F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24C368-1FD8-0475-3390-FE114CD3B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5F2F2-D405-4DDE-848D-B004DAA918EC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5FC449-7813-80FF-5CB7-0AEFCC53A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1CFEE6-C576-D642-5771-C092CE6DB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08B6E-6217-4E97-BB51-D60E1B19C0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47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FBF02A6-B621-939E-767A-D7CEF5A6AC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23" imgH="514" progId="TCLayout.ActiveDocument.1">
                  <p:embed/>
                </p:oleObj>
              </mc:Choice>
              <mc:Fallback>
                <p:oleObj name="think-cell Folie" r:id="rId3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BF02A6-B621-939E-767A-D7CEF5A6A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crollen: vertikal 4">
            <a:extLst>
              <a:ext uri="{FF2B5EF4-FFF2-40B4-BE49-F238E27FC236}">
                <a16:creationId xmlns:a16="http://schemas.microsoft.com/office/drawing/2014/main" id="{04B27CAB-7A88-A8F6-751C-BC3D9E694A1D}"/>
              </a:ext>
            </a:extLst>
          </p:cNvPr>
          <p:cNvSpPr/>
          <p:nvPr/>
        </p:nvSpPr>
        <p:spPr>
          <a:xfrm>
            <a:off x="2383471" y="1961253"/>
            <a:ext cx="1743182" cy="1661652"/>
          </a:xfrm>
          <a:prstGeom prst="verticalScroll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parameters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} {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configFile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} </a:t>
            </a:r>
          </a:p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[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outputFormat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]</a:t>
            </a:r>
          </a:p>
          <a:p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kafkaTransmitter</a:t>
            </a:r>
            <a:endParaRPr lang="de-DE" sz="1000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6BC5352-E95D-01F4-C871-0A582D748B5F}"/>
              </a:ext>
            </a:extLst>
          </p:cNvPr>
          <p:cNvSpPr/>
          <p:nvPr/>
        </p:nvSpPr>
        <p:spPr>
          <a:xfrm>
            <a:off x="4598147" y="619932"/>
            <a:ext cx="1780372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parameters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functionName</a:t>
            </a:r>
            <a:endParaRPr lang="de-DE" sz="1000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[parameter-list]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parameter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 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AptFormat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value</a:t>
            </a:r>
            <a:endParaRPr lang="de-DE" sz="800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parameter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NepFormat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value</a:t>
            </a:r>
            <a:endParaRPr lang="de-DE" sz="800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[_sub-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function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-list]</a:t>
            </a:r>
          </a:p>
          <a:p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202DD99-FA6A-DE87-D7BE-9646E1874BB3}"/>
              </a:ext>
            </a:extLst>
          </p:cNvPr>
          <p:cNvSpPr/>
          <p:nvPr/>
        </p:nvSpPr>
        <p:spPr>
          <a:xfrm>
            <a:off x="7005853" y="2243924"/>
            <a:ext cx="1189529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kafkaClient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uuid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serverLtp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topic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4C77AA9-8264-F3AD-C5E2-43DD576E16CC}"/>
              </a:ext>
            </a:extLst>
          </p:cNvPr>
          <p:cNvSpPr/>
          <p:nvPr/>
        </p:nvSpPr>
        <p:spPr>
          <a:xfrm>
            <a:off x="8471270" y="2243924"/>
            <a:ext cx="1189529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httpClient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uuid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serverLtp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005C770-6F35-09F1-1564-584B765EC3CD}"/>
              </a:ext>
            </a:extLst>
          </p:cNvPr>
          <p:cNvSpPr/>
          <p:nvPr/>
        </p:nvSpPr>
        <p:spPr>
          <a:xfrm>
            <a:off x="9936687" y="2243924"/>
            <a:ext cx="1189529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tcpClient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uuid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ipAddress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tcpPort</a:t>
            </a:r>
            <a:endParaRPr lang="de-DE" sz="1000" u="sng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994D850-D8E9-2262-7E1B-64BA7F56E94B}"/>
              </a:ext>
            </a:extLst>
          </p:cNvPr>
          <p:cNvCxnSpPr>
            <a:cxnSpLocks/>
          </p:cNvCxnSpPr>
          <p:nvPr/>
        </p:nvCxnSpPr>
        <p:spPr>
          <a:xfrm>
            <a:off x="5135511" y="1295759"/>
            <a:ext cx="1861867" cy="11803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3E4E181-3E4B-D4F0-A132-CF94DAC0A51B}"/>
              </a:ext>
            </a:extLst>
          </p:cNvPr>
          <p:cNvCxnSpPr>
            <a:cxnSpLocks/>
          </p:cNvCxnSpPr>
          <p:nvPr/>
        </p:nvCxnSpPr>
        <p:spPr>
          <a:xfrm flipV="1">
            <a:off x="7620000" y="2535150"/>
            <a:ext cx="851270" cy="145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E1E12B5-D191-CA5C-B10D-1313F9090782}"/>
              </a:ext>
            </a:extLst>
          </p:cNvPr>
          <p:cNvCxnSpPr>
            <a:cxnSpLocks/>
          </p:cNvCxnSpPr>
          <p:nvPr/>
        </p:nvCxnSpPr>
        <p:spPr>
          <a:xfrm flipV="1">
            <a:off x="9085417" y="2535150"/>
            <a:ext cx="851270" cy="145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7188BC18-378E-AACA-B49A-99E6BCD5553F}"/>
              </a:ext>
            </a:extLst>
          </p:cNvPr>
          <p:cNvSpPr/>
          <p:nvPr/>
        </p:nvSpPr>
        <p:spPr>
          <a:xfrm>
            <a:off x="4584643" y="4160568"/>
            <a:ext cx="1774696" cy="16616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[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outputFormat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formatName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 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AptFormat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content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formatName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NepFormat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content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800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D40F3E9-25E6-F09A-C92D-DE56C8769797}"/>
              </a:ext>
            </a:extLst>
          </p:cNvPr>
          <p:cNvSpPr txBox="1"/>
          <p:nvPr/>
        </p:nvSpPr>
        <p:spPr>
          <a:xfrm>
            <a:off x="2533550" y="3610019"/>
            <a:ext cx="14430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err="1"/>
              <a:t>input</a:t>
            </a:r>
            <a:r>
              <a:rPr lang="de-DE" sz="1100" dirty="0"/>
              <a:t> </a:t>
            </a:r>
            <a:r>
              <a:rPr lang="de-DE" sz="1100" dirty="0" err="1"/>
              <a:t>parameters</a:t>
            </a:r>
            <a:r>
              <a:rPr lang="de-DE" sz="1100" dirty="0"/>
              <a:t> </a:t>
            </a:r>
            <a:r>
              <a:rPr lang="de-DE" sz="1100" dirty="0" err="1"/>
              <a:t>to</a:t>
            </a:r>
            <a:endParaRPr lang="de-DE" sz="1100" dirty="0"/>
          </a:p>
          <a:p>
            <a:r>
              <a:rPr lang="de-DE" sz="1100" dirty="0"/>
              <a:t>p1TransmittingKafka</a:t>
            </a:r>
          </a:p>
        </p:txBody>
      </p:sp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0D02C0FB-7528-0B28-576F-165B063F661C}"/>
              </a:ext>
            </a:extLst>
          </p:cNvPr>
          <p:cNvSpPr/>
          <p:nvPr/>
        </p:nvSpPr>
        <p:spPr>
          <a:xfrm>
            <a:off x="4370324" y="632818"/>
            <a:ext cx="220981" cy="1648766"/>
          </a:xfrm>
          <a:prstGeom prst="leftBrace">
            <a:avLst>
              <a:gd name="adj1" fmla="val 8333"/>
              <a:gd name="adj2" fmla="val 167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Geschweifte Klammer links 21">
            <a:extLst>
              <a:ext uri="{FF2B5EF4-FFF2-40B4-BE49-F238E27FC236}">
                <a16:creationId xmlns:a16="http://schemas.microsoft.com/office/drawing/2014/main" id="{FB2DA844-78E9-4648-942F-F4423BCABC63}"/>
              </a:ext>
            </a:extLst>
          </p:cNvPr>
          <p:cNvSpPr/>
          <p:nvPr/>
        </p:nvSpPr>
        <p:spPr>
          <a:xfrm>
            <a:off x="6776397" y="1304998"/>
            <a:ext cx="220981" cy="3871598"/>
          </a:xfrm>
          <a:prstGeom prst="leftBrace">
            <a:avLst>
              <a:gd name="adj1" fmla="val 8333"/>
              <a:gd name="adj2" fmla="val 384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Geschweifte Klammer links 27">
            <a:extLst>
              <a:ext uri="{FF2B5EF4-FFF2-40B4-BE49-F238E27FC236}">
                <a16:creationId xmlns:a16="http://schemas.microsoft.com/office/drawing/2014/main" id="{D6997B00-56E1-9728-DCA3-7C38FF44FB16}"/>
              </a:ext>
            </a:extLst>
          </p:cNvPr>
          <p:cNvSpPr/>
          <p:nvPr/>
        </p:nvSpPr>
        <p:spPr>
          <a:xfrm>
            <a:off x="4355187" y="4173454"/>
            <a:ext cx="220981" cy="1648766"/>
          </a:xfrm>
          <a:prstGeom prst="leftBrace">
            <a:avLst>
              <a:gd name="adj1" fmla="val 8333"/>
              <a:gd name="adj2" fmla="val 167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D31D858-F6F2-C8E7-BC04-B9963412B8C2}"/>
              </a:ext>
            </a:extLst>
          </p:cNvPr>
          <p:cNvCxnSpPr/>
          <p:nvPr/>
        </p:nvCxnSpPr>
        <p:spPr>
          <a:xfrm>
            <a:off x="3458095" y="194248"/>
            <a:ext cx="0" cy="6192981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3410882-8F3B-E454-54E0-02ADD8A6815E}"/>
              </a:ext>
            </a:extLst>
          </p:cNvPr>
          <p:cNvSpPr txBox="1"/>
          <p:nvPr/>
        </p:nvSpPr>
        <p:spPr>
          <a:xfrm>
            <a:off x="241097" y="155922"/>
            <a:ext cx="13003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u="sng" dirty="0"/>
              <a:t>p1ProcessDevice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51632AE-56A3-4CD1-CBDA-3D2D464AB003}"/>
              </a:ext>
            </a:extLst>
          </p:cNvPr>
          <p:cNvSpPr txBox="1"/>
          <p:nvPr/>
        </p:nvSpPr>
        <p:spPr>
          <a:xfrm>
            <a:off x="9606248" y="155922"/>
            <a:ext cx="15199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100" b="1" u="sng" dirty="0"/>
              <a:t>p1TransmittingKafka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C66B0BF-3B5A-AB34-E282-5DBEA4D77F78}"/>
              </a:ext>
            </a:extLst>
          </p:cNvPr>
          <p:cNvSpPr/>
          <p:nvPr/>
        </p:nvSpPr>
        <p:spPr>
          <a:xfrm>
            <a:off x="246726" y="619932"/>
            <a:ext cx="1743182" cy="166165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36000" tIns="36000" rIns="0" bIns="0" rtlCol="0" anchor="t"/>
          <a:lstStyle/>
          <a:p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{</a:t>
            </a:r>
            <a:r>
              <a:rPr lang="de-DE" sz="1000" u="sng" dirty="0" err="1">
                <a:latin typeface="On Air" panose="020F0503030404020204" pitchFamily="34" charset="0"/>
                <a:cs typeface="On Air" panose="020F0503030404020204" pitchFamily="34" charset="0"/>
              </a:rPr>
              <a:t>parameters</a:t>
            </a:r>
            <a:r>
              <a:rPr lang="de-DE" sz="1000" u="sng" dirty="0">
                <a:latin typeface="On Air" panose="020F0503030404020204" pitchFamily="34" charset="0"/>
                <a:cs typeface="On Air" panose="020F0503030404020204" pitchFamily="34" charset="0"/>
              </a:rPr>
              <a:t>}</a:t>
            </a:r>
          </a:p>
          <a:p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functionName</a:t>
            </a:r>
            <a:endParaRPr lang="de-DE" sz="1000" dirty="0">
              <a:latin typeface="On Air" panose="020F0503030404020204" pitchFamily="34" charset="0"/>
              <a:cs typeface="On Air" panose="020F0503030404020204" pitchFamily="34" charset="0"/>
            </a:endParaRPr>
          </a:p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[parameter-list]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parameter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purpose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KafkaTransmitter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value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AptFormat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parameter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purpose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KafkaTransmitter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  <a:b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</a:b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value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 = „</a:t>
            </a:r>
            <a:r>
              <a:rPr lang="de-DE" sz="800" dirty="0" err="1">
                <a:latin typeface="On Air" panose="020F0503030404020204" pitchFamily="34" charset="0"/>
                <a:cs typeface="On Air" panose="020F0503030404020204" pitchFamily="34" charset="0"/>
              </a:rPr>
              <a:t>NepFormat</a:t>
            </a:r>
            <a:r>
              <a:rPr lang="de-DE" sz="800" dirty="0">
                <a:latin typeface="On Air" panose="020F0503030404020204" pitchFamily="34" charset="0"/>
                <a:cs typeface="On Air" panose="020F0503030404020204" pitchFamily="34" charset="0"/>
              </a:rPr>
              <a:t>“</a:t>
            </a:r>
          </a:p>
          <a:p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[_sub-</a:t>
            </a:r>
            <a:r>
              <a:rPr lang="de-DE" sz="1000" dirty="0" err="1">
                <a:latin typeface="On Air" panose="020F0503030404020204" pitchFamily="34" charset="0"/>
                <a:cs typeface="On Air" panose="020F0503030404020204" pitchFamily="34" charset="0"/>
              </a:rPr>
              <a:t>function</a:t>
            </a:r>
            <a:r>
              <a:rPr lang="de-DE" sz="1000" dirty="0">
                <a:latin typeface="On Air" panose="020F0503030404020204" pitchFamily="34" charset="0"/>
                <a:cs typeface="On Air" panose="020F0503030404020204" pitchFamily="34" charset="0"/>
              </a:rPr>
              <a:t>-list]</a:t>
            </a:r>
          </a:p>
          <a:p>
            <a:endParaRPr lang="de-DE" sz="1000" dirty="0">
              <a:latin typeface="On Air" panose="020F0503030404020204" pitchFamily="34" charset="0"/>
              <a:cs typeface="On Air" panose="020F050303040402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7942310-E0E3-21E7-F8C7-B282DA57C352}"/>
              </a:ext>
            </a:extLst>
          </p:cNvPr>
          <p:cNvSpPr txBox="1"/>
          <p:nvPr/>
        </p:nvSpPr>
        <p:spPr>
          <a:xfrm>
            <a:off x="6998943" y="1304998"/>
            <a:ext cx="779381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err="1"/>
              <a:t>configFile</a:t>
            </a:r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r>
              <a:rPr lang="de-DE" sz="1100" dirty="0"/>
              <a:t>…</a:t>
            </a:r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r>
              <a:rPr lang="de-DE" sz="1100" dirty="0"/>
              <a:t>…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B9474F5-627A-F890-59D3-AAE92950B4A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464938" y="908558"/>
            <a:ext cx="905386" cy="137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061783B7-ADC2-577B-2F29-62E7462CFB8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323621" y="2678137"/>
            <a:ext cx="1031566" cy="1771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C516785-F624-6D57-B238-9A8CE9BCF0E9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396360" y="2461001"/>
            <a:ext cx="3380037" cy="331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6E8A720E-E79C-296D-2535-93069FCDE248}"/>
              </a:ext>
            </a:extLst>
          </p:cNvPr>
          <p:cNvCxnSpPr>
            <a:cxnSpLocks/>
          </p:cNvCxnSpPr>
          <p:nvPr/>
        </p:nvCxnSpPr>
        <p:spPr>
          <a:xfrm>
            <a:off x="1454727" y="1471353"/>
            <a:ext cx="1229320" cy="12802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D6C9478F-70EF-C8D5-842F-9F7E2D7E7A97}"/>
              </a:ext>
            </a:extLst>
          </p:cNvPr>
          <p:cNvCxnSpPr>
            <a:cxnSpLocks/>
          </p:cNvCxnSpPr>
          <p:nvPr/>
        </p:nvCxnSpPr>
        <p:spPr>
          <a:xfrm flipV="1">
            <a:off x="3742244" y="1168617"/>
            <a:ext cx="1060488" cy="16151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30D23EE3-A0E3-A375-19EC-0EC8FFE69865}"/>
              </a:ext>
            </a:extLst>
          </p:cNvPr>
          <p:cNvCxnSpPr>
            <a:cxnSpLocks/>
          </p:cNvCxnSpPr>
          <p:nvPr/>
        </p:nvCxnSpPr>
        <p:spPr>
          <a:xfrm>
            <a:off x="3740679" y="2765729"/>
            <a:ext cx="1037226" cy="168346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2334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Breitbild</PresentationFormat>
  <Paragraphs>53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On Air</vt:lpstr>
      <vt:lpstr>Office</vt:lpstr>
      <vt:lpstr>think-cell Folie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4</cp:revision>
  <dcterms:created xsi:type="dcterms:W3CDTF">2025-12-23T16:15:07Z</dcterms:created>
  <dcterms:modified xsi:type="dcterms:W3CDTF">2025-12-27T18:44:31Z</dcterms:modified>
</cp:coreProperties>
</file>