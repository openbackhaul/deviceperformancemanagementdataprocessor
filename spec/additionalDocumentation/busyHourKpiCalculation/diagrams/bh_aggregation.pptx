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1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E89F3F-8D09-D8FF-9CD0-6977BA533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2BC6C98-B4B4-973E-BBB6-F6956B4AF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C46F7E-6F42-708A-86BC-DD96AB758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B596A-3E82-4A53-9207-E83877422DB5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A24FE6-00FF-1328-91DE-99424B86E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7B21CF-9BA9-999C-2E89-A1F7867DF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7B7D-F3D6-4C9A-95C0-BEB3337E7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179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0B8485-6F8E-250C-6DBF-FCA24E6B1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7F1E6C-42F6-6F8A-B762-E6A9BAA92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C856E5-F78F-5203-E2CB-DDCFB64DB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B596A-3E82-4A53-9207-E83877422DB5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884F0E-D2AC-F060-454C-37C1C4EB3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4ABCAA-D51C-43AD-6C80-395826D5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7B7D-F3D6-4C9A-95C0-BEB3337E7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0095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DE5F53-C8D2-361F-3574-ABBA9F3E3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D7113D-3517-774E-13E9-C686AA78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9EE9AF-B28B-04F6-CD21-80D15092A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B596A-3E82-4A53-9207-E83877422DB5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4879FF-1D27-753F-CD4D-4ACA5CFE9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F9F5E3-C2D6-4309-9DFE-6F9F8292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7B7D-F3D6-4C9A-95C0-BEB3337E7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492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BADE52-CE06-5CAF-499D-A3862AEEE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42BC8C-8512-E7C8-6632-726BC868B8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1FFBAA0-B793-FF0F-3351-12C051D70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D9A82CF-5FB7-59B3-A3F7-C6823DA57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B596A-3E82-4A53-9207-E83877422DB5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46D4383-8FD0-AD3A-D818-74565B834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1B17D1F-5D01-1CE5-18DF-54C48C4BB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7B7D-F3D6-4C9A-95C0-BEB3337E7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6274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01EB9F-FBD6-74CB-DD48-568793A24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787F02-DFFA-8CEF-2567-7AED27490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ACE9094-E788-6DFA-CA4E-AD845191E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52254AD-4C8F-B0F8-6929-DFEB2E6EB2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025D500-D02C-E47B-ABAE-F52A29A027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F326E9F-10BA-9252-E6C2-CD2334A3F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B596A-3E82-4A53-9207-E83877422DB5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F3DBAE0-D973-DBC8-8180-48ED000D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D08352D-E76B-387C-6DC6-A41DDAB27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7B7D-F3D6-4C9A-95C0-BEB3337E7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4314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D89E66-FE0A-E2A3-947F-FB0BD0E30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354A50F-7C2A-B935-AC8F-A205EB2F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B596A-3E82-4A53-9207-E83877422DB5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A7DE2E-B478-1ECD-4881-60E3D19C8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FAE668E-BEB8-187A-4FD4-10B07B0E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7B7D-F3D6-4C9A-95C0-BEB3337E7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3537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AA8A9EA-69B9-9370-84ED-1E2830B04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B596A-3E82-4A53-9207-E83877422DB5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3B95F0-709D-43D7-166D-A018F96FE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C28B3B-BD92-ABC8-6F5D-DBE105FF3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7B7D-F3D6-4C9A-95C0-BEB3337E7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377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1C7FFE-C954-EC24-42A9-FA8452417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15030B-DCC9-F7E2-9EE2-9CC24DC33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8A33E4-6EF8-B60B-757A-42A529904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2C744E-B28E-221A-46D9-C75FF277B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B596A-3E82-4A53-9207-E83877422DB5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6994A2-C7B0-7C9D-53B6-D5153FFD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DFDE0D4-E808-9069-41D2-750323DF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7B7D-F3D6-4C9A-95C0-BEB3337E7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3676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F94D4-3702-C403-3BA7-6FAB4419D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AF2E776-2B46-B1B9-C58C-5D6A76C94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BF425B8-C4BD-6A04-6F9D-D608E5618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F3096E7-9DA0-98A1-10A9-7F7481949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B596A-3E82-4A53-9207-E83877422DB5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72842BC-FF5B-6D7E-0FB5-237C3B3CD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96F8D9-5AC0-2F95-72FD-3FC3ED53C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7B7D-F3D6-4C9A-95C0-BEB3337E7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7954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BFF649-2B41-5188-2F4A-05904EDFA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C3E7B33-23F2-C060-4EF8-17D49D662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CB1986-738B-0D61-29B3-705657FA2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B596A-3E82-4A53-9207-E83877422DB5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604B0C-7306-DFC1-C6BC-0FAE53C06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453968-9D99-B943-C929-E752218B5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7B7D-F3D6-4C9A-95C0-BEB3337E7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0690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685B2C0-AA94-7833-FE78-36845F6484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6333B91-7038-AB04-185A-E60244BD2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8A0AF3-02B7-C56D-D5CD-1009C61F5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B596A-3E82-4A53-9207-E83877422DB5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8B4B6B-614B-6827-BCC5-19A701CEB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8BD50A-5391-72AE-0C49-059892F79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7B7D-F3D6-4C9A-95C0-BEB3337E7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3991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97E0FB9-71D0-FC8E-3BC2-2FA5B6F60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BB3907-EF66-34A1-B975-F5CAB76A5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5ED45C-1DFB-1957-824E-8786275D79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B596A-3E82-4A53-9207-E83877422DB5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B9C78B-12B1-5D00-A76A-9C62F7527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10FD63-EA19-4777-7F4E-F4D53A207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D97B7D-F3D6-4C9A-95C0-BEB3337E7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664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hteck 96">
            <a:extLst>
              <a:ext uri="{FF2B5EF4-FFF2-40B4-BE49-F238E27FC236}">
                <a16:creationId xmlns:a16="http://schemas.microsoft.com/office/drawing/2014/main" id="{FB2EA74B-0D26-B213-9B4C-118E682A439E}"/>
              </a:ext>
            </a:extLst>
          </p:cNvPr>
          <p:cNvSpPr/>
          <p:nvPr/>
        </p:nvSpPr>
        <p:spPr>
          <a:xfrm>
            <a:off x="2609711" y="1608543"/>
            <a:ext cx="5399632" cy="313031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0FA90C08-8FB6-E794-C124-488723EFAE19}"/>
              </a:ext>
            </a:extLst>
          </p:cNvPr>
          <p:cNvSpPr/>
          <p:nvPr/>
        </p:nvSpPr>
        <p:spPr>
          <a:xfrm>
            <a:off x="4756651" y="3791088"/>
            <a:ext cx="2841102" cy="600701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76DD5BAC-28D8-D067-0D3A-87D49167E048}"/>
              </a:ext>
            </a:extLst>
          </p:cNvPr>
          <p:cNvSpPr/>
          <p:nvPr/>
        </p:nvSpPr>
        <p:spPr>
          <a:xfrm>
            <a:off x="4752211" y="2215918"/>
            <a:ext cx="2845542" cy="600701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1B20E9AC-82C3-85CD-66B1-EB9BE39ACAD3}"/>
              </a:ext>
            </a:extLst>
          </p:cNvPr>
          <p:cNvSpPr/>
          <p:nvPr/>
        </p:nvSpPr>
        <p:spPr>
          <a:xfrm>
            <a:off x="2754325" y="2215918"/>
            <a:ext cx="1972300" cy="600701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9245EF8-476F-B865-0CCC-09F2FD02C4B9}"/>
              </a:ext>
            </a:extLst>
          </p:cNvPr>
          <p:cNvSpPr/>
          <p:nvPr/>
        </p:nvSpPr>
        <p:spPr>
          <a:xfrm>
            <a:off x="4796705" y="2542966"/>
            <a:ext cx="173536" cy="17353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0651086-B0E8-6559-CA09-B0AD980EA07F}"/>
              </a:ext>
            </a:extLst>
          </p:cNvPr>
          <p:cNvSpPr/>
          <p:nvPr/>
        </p:nvSpPr>
        <p:spPr>
          <a:xfrm>
            <a:off x="5029198" y="2542966"/>
            <a:ext cx="173536" cy="17353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767CBD-5F66-7760-10C1-9129B8174C1B}"/>
              </a:ext>
            </a:extLst>
          </p:cNvPr>
          <p:cNvSpPr/>
          <p:nvPr/>
        </p:nvSpPr>
        <p:spPr>
          <a:xfrm>
            <a:off x="5261691" y="2542966"/>
            <a:ext cx="173536" cy="17353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E6F4892-FBF0-FD92-77EE-9FE2EE98E596}"/>
              </a:ext>
            </a:extLst>
          </p:cNvPr>
          <p:cNvSpPr/>
          <p:nvPr/>
        </p:nvSpPr>
        <p:spPr>
          <a:xfrm>
            <a:off x="5494184" y="2542966"/>
            <a:ext cx="173536" cy="1735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D9AE8CA-FFA3-89F7-79A8-AC1A7A012DF2}"/>
              </a:ext>
            </a:extLst>
          </p:cNvPr>
          <p:cNvSpPr/>
          <p:nvPr/>
        </p:nvSpPr>
        <p:spPr>
          <a:xfrm>
            <a:off x="5737800" y="2542966"/>
            <a:ext cx="173536" cy="17353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37356DA-FD71-A427-5E2B-933BA210BE4C}"/>
              </a:ext>
            </a:extLst>
          </p:cNvPr>
          <p:cNvSpPr/>
          <p:nvPr/>
        </p:nvSpPr>
        <p:spPr>
          <a:xfrm>
            <a:off x="5970293" y="2542966"/>
            <a:ext cx="173536" cy="17353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8791C31-28DC-4D23-0401-8A5F0A5F4E21}"/>
              </a:ext>
            </a:extLst>
          </p:cNvPr>
          <p:cNvSpPr/>
          <p:nvPr/>
        </p:nvSpPr>
        <p:spPr>
          <a:xfrm>
            <a:off x="6202786" y="2542966"/>
            <a:ext cx="173536" cy="17353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5B6AC64-239C-34B1-0B61-40236B438CA1}"/>
              </a:ext>
            </a:extLst>
          </p:cNvPr>
          <p:cNvSpPr/>
          <p:nvPr/>
        </p:nvSpPr>
        <p:spPr>
          <a:xfrm>
            <a:off x="6435279" y="2542966"/>
            <a:ext cx="173536" cy="17353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B1DF256-F784-0836-E773-1634DD9B9FD7}"/>
              </a:ext>
            </a:extLst>
          </p:cNvPr>
          <p:cNvSpPr/>
          <p:nvPr/>
        </p:nvSpPr>
        <p:spPr>
          <a:xfrm>
            <a:off x="6667772" y="2542966"/>
            <a:ext cx="173536" cy="17353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65DBE1A-F7EC-F348-35CD-DF85D83116EC}"/>
              </a:ext>
            </a:extLst>
          </p:cNvPr>
          <p:cNvSpPr/>
          <p:nvPr/>
        </p:nvSpPr>
        <p:spPr>
          <a:xfrm>
            <a:off x="6900265" y="2542966"/>
            <a:ext cx="173536" cy="17353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34A6E39-3236-D7B3-9EDC-2DC1B904F222}"/>
              </a:ext>
            </a:extLst>
          </p:cNvPr>
          <p:cNvSpPr/>
          <p:nvPr/>
        </p:nvSpPr>
        <p:spPr>
          <a:xfrm>
            <a:off x="7132758" y="2542966"/>
            <a:ext cx="173536" cy="17353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9964BA3-D66D-C573-B5D0-CED2DA679D25}"/>
              </a:ext>
            </a:extLst>
          </p:cNvPr>
          <p:cNvSpPr/>
          <p:nvPr/>
        </p:nvSpPr>
        <p:spPr>
          <a:xfrm>
            <a:off x="7365251" y="2542966"/>
            <a:ext cx="173536" cy="17353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DBDB77D-5653-5B72-A643-36535A28685D}"/>
              </a:ext>
            </a:extLst>
          </p:cNvPr>
          <p:cNvSpPr/>
          <p:nvPr/>
        </p:nvSpPr>
        <p:spPr>
          <a:xfrm>
            <a:off x="2844432" y="2542966"/>
            <a:ext cx="173536" cy="17353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1C3BBD3-25D6-EE8D-F852-8C2696BC0A18}"/>
              </a:ext>
            </a:extLst>
          </p:cNvPr>
          <p:cNvSpPr/>
          <p:nvPr/>
        </p:nvSpPr>
        <p:spPr>
          <a:xfrm>
            <a:off x="3076925" y="2542966"/>
            <a:ext cx="173536" cy="17353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B3FD080-DAA6-4CFD-6F0D-DDF8F4D78E06}"/>
              </a:ext>
            </a:extLst>
          </p:cNvPr>
          <p:cNvSpPr/>
          <p:nvPr/>
        </p:nvSpPr>
        <p:spPr>
          <a:xfrm>
            <a:off x="3309418" y="2542966"/>
            <a:ext cx="173536" cy="17353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A367625-05D0-D4B7-9BA5-CD387C262BBC}"/>
              </a:ext>
            </a:extLst>
          </p:cNvPr>
          <p:cNvSpPr/>
          <p:nvPr/>
        </p:nvSpPr>
        <p:spPr>
          <a:xfrm>
            <a:off x="3541911" y="2542966"/>
            <a:ext cx="173536" cy="17353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6ED7B1F5-C79F-7528-D0E4-755202D00D2B}"/>
              </a:ext>
            </a:extLst>
          </p:cNvPr>
          <p:cNvSpPr/>
          <p:nvPr/>
        </p:nvSpPr>
        <p:spPr>
          <a:xfrm>
            <a:off x="3774404" y="2542966"/>
            <a:ext cx="173536" cy="17353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830C4ACB-AE4B-E041-D4FA-FD86FE1B4E91}"/>
              </a:ext>
            </a:extLst>
          </p:cNvPr>
          <p:cNvSpPr/>
          <p:nvPr/>
        </p:nvSpPr>
        <p:spPr>
          <a:xfrm>
            <a:off x="4006897" y="2542966"/>
            <a:ext cx="173536" cy="17353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0618C68B-AE21-E17B-8809-4E2A01EAD34C}"/>
              </a:ext>
            </a:extLst>
          </p:cNvPr>
          <p:cNvSpPr/>
          <p:nvPr/>
        </p:nvSpPr>
        <p:spPr>
          <a:xfrm>
            <a:off x="4239390" y="2542966"/>
            <a:ext cx="173536" cy="17353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5CD1E9C7-B39F-567C-9498-E60CED92D9D8}"/>
              </a:ext>
            </a:extLst>
          </p:cNvPr>
          <p:cNvSpPr/>
          <p:nvPr/>
        </p:nvSpPr>
        <p:spPr>
          <a:xfrm>
            <a:off x="4471883" y="2542966"/>
            <a:ext cx="173536" cy="17353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8FAD18A-7696-49EA-050F-CC3A245E9B77}"/>
              </a:ext>
            </a:extLst>
          </p:cNvPr>
          <p:cNvSpPr/>
          <p:nvPr/>
        </p:nvSpPr>
        <p:spPr>
          <a:xfrm>
            <a:off x="4785576" y="4118137"/>
            <a:ext cx="173536" cy="17353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2EC2288-4998-5588-9C6A-88753BE55472}"/>
              </a:ext>
            </a:extLst>
          </p:cNvPr>
          <p:cNvSpPr/>
          <p:nvPr/>
        </p:nvSpPr>
        <p:spPr>
          <a:xfrm>
            <a:off x="5018069" y="4118137"/>
            <a:ext cx="173536" cy="17353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AD05A6C1-D570-1A5B-ECA6-927D931A0389}"/>
              </a:ext>
            </a:extLst>
          </p:cNvPr>
          <p:cNvSpPr/>
          <p:nvPr/>
        </p:nvSpPr>
        <p:spPr>
          <a:xfrm>
            <a:off x="5250562" y="4118137"/>
            <a:ext cx="173536" cy="17353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E1FEB372-E4CA-5620-8B80-860605CAEF95}"/>
              </a:ext>
            </a:extLst>
          </p:cNvPr>
          <p:cNvSpPr/>
          <p:nvPr/>
        </p:nvSpPr>
        <p:spPr>
          <a:xfrm>
            <a:off x="5688302" y="4118137"/>
            <a:ext cx="173536" cy="17353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1B2966B4-58EE-6000-867E-1082C862A83C}"/>
              </a:ext>
            </a:extLst>
          </p:cNvPr>
          <p:cNvSpPr/>
          <p:nvPr/>
        </p:nvSpPr>
        <p:spPr>
          <a:xfrm>
            <a:off x="5920795" y="4118137"/>
            <a:ext cx="173536" cy="17353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53654585-C89C-EA06-E8E8-421247355CCD}"/>
              </a:ext>
            </a:extLst>
          </p:cNvPr>
          <p:cNvSpPr/>
          <p:nvPr/>
        </p:nvSpPr>
        <p:spPr>
          <a:xfrm>
            <a:off x="6153288" y="4118137"/>
            <a:ext cx="173536" cy="17353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6F4FA1F4-FB9A-D973-2617-994E5C219770}"/>
              </a:ext>
            </a:extLst>
          </p:cNvPr>
          <p:cNvSpPr/>
          <p:nvPr/>
        </p:nvSpPr>
        <p:spPr>
          <a:xfrm>
            <a:off x="6385781" y="4118137"/>
            <a:ext cx="173536" cy="17353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B8CC77FE-BEDE-3DFC-CBB4-0747DD6B3D37}"/>
              </a:ext>
            </a:extLst>
          </p:cNvPr>
          <p:cNvSpPr/>
          <p:nvPr/>
        </p:nvSpPr>
        <p:spPr>
          <a:xfrm>
            <a:off x="6609373" y="4118137"/>
            <a:ext cx="173536" cy="17353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5600B130-A4B0-7BAC-E56C-2FFDFC83DC4E}"/>
              </a:ext>
            </a:extLst>
          </p:cNvPr>
          <p:cNvSpPr txBox="1"/>
          <p:nvPr/>
        </p:nvSpPr>
        <p:spPr>
          <a:xfrm>
            <a:off x="2717622" y="2188933"/>
            <a:ext cx="19978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/>
              <a:t>15min PM slices, previous resultCc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FB656FE8-0FCF-1430-15E4-570E05C4212F}"/>
              </a:ext>
            </a:extLst>
          </p:cNvPr>
          <p:cNvSpPr txBox="1"/>
          <p:nvPr/>
        </p:nvSpPr>
        <p:spPr>
          <a:xfrm>
            <a:off x="4702436" y="2183226"/>
            <a:ext cx="1000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/>
              <a:t>current resultCc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5E0C6DE6-83E0-EAA8-E7A8-5D19B8D02CC7}"/>
              </a:ext>
            </a:extLst>
          </p:cNvPr>
          <p:cNvSpPr/>
          <p:nvPr/>
        </p:nvSpPr>
        <p:spPr>
          <a:xfrm>
            <a:off x="6634401" y="2442849"/>
            <a:ext cx="919112" cy="327049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D74A199C-9A22-7194-5918-F1F41D91408C}"/>
              </a:ext>
            </a:extLst>
          </p:cNvPr>
          <p:cNvCxnSpPr>
            <a:cxnSpLocks/>
          </p:cNvCxnSpPr>
          <p:nvPr/>
        </p:nvCxnSpPr>
        <p:spPr>
          <a:xfrm>
            <a:off x="7452019" y="2629734"/>
            <a:ext cx="0" cy="280327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feld 54">
            <a:extLst>
              <a:ext uri="{FF2B5EF4-FFF2-40B4-BE49-F238E27FC236}">
                <a16:creationId xmlns:a16="http://schemas.microsoft.com/office/drawing/2014/main" id="{E6FF4AE8-B659-795C-7650-0026DE73F1C6}"/>
              </a:ext>
            </a:extLst>
          </p:cNvPr>
          <p:cNvSpPr txBox="1"/>
          <p:nvPr/>
        </p:nvSpPr>
        <p:spPr>
          <a:xfrm>
            <a:off x="7132758" y="2854997"/>
            <a:ext cx="80984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/>
              <a:t>aggregate up to last</a:t>
            </a:r>
          </a:p>
          <a:p>
            <a:r>
              <a:rPr lang="de-DE" sz="900"/>
              <a:t>4 slices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EBE2D8A0-E80B-3D74-BFDA-A187A2A8EC34}"/>
              </a:ext>
            </a:extLst>
          </p:cNvPr>
          <p:cNvSpPr txBox="1"/>
          <p:nvPr/>
        </p:nvSpPr>
        <p:spPr>
          <a:xfrm>
            <a:off x="5187158" y="2843030"/>
            <a:ext cx="11891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/>
              <a:t>aggregate up to last</a:t>
            </a:r>
          </a:p>
          <a:p>
            <a:r>
              <a:rPr lang="de-DE" sz="900"/>
              <a:t>4 slices</a:t>
            </a:r>
          </a:p>
          <a:p>
            <a:r>
              <a:rPr lang="de-DE" sz="900"/>
              <a:t>- 1 slice missing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1AB638AC-CFCD-B18C-9EC6-1D26B3F27B74}"/>
              </a:ext>
            </a:extLst>
          </p:cNvPr>
          <p:cNvSpPr/>
          <p:nvPr/>
        </p:nvSpPr>
        <p:spPr>
          <a:xfrm>
            <a:off x="5237766" y="2442849"/>
            <a:ext cx="919112" cy="327049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036A3E80-1B88-CBB1-4E43-358F0B948475}"/>
              </a:ext>
            </a:extLst>
          </p:cNvPr>
          <p:cNvCxnSpPr>
            <a:cxnSpLocks/>
          </p:cNvCxnSpPr>
          <p:nvPr/>
        </p:nvCxnSpPr>
        <p:spPr>
          <a:xfrm>
            <a:off x="6057061" y="2606373"/>
            <a:ext cx="0" cy="280327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25151D4D-0C00-1A28-5C92-5B7090157C4A}"/>
              </a:ext>
            </a:extLst>
          </p:cNvPr>
          <p:cNvCxnSpPr/>
          <p:nvPr/>
        </p:nvCxnSpPr>
        <p:spPr>
          <a:xfrm>
            <a:off x="4796705" y="2029034"/>
            <a:ext cx="2756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feld 62">
            <a:extLst>
              <a:ext uri="{FF2B5EF4-FFF2-40B4-BE49-F238E27FC236}">
                <a16:creationId xmlns:a16="http://schemas.microsoft.com/office/drawing/2014/main" id="{B026D25A-283D-52F8-D448-6F0BAA6C92E7}"/>
              </a:ext>
            </a:extLst>
          </p:cNvPr>
          <p:cNvSpPr txBox="1"/>
          <p:nvPr/>
        </p:nvSpPr>
        <p:spPr>
          <a:xfrm>
            <a:off x="5095168" y="1808151"/>
            <a:ext cx="18918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>
                <a:solidFill>
                  <a:schemeClr val="accent4">
                    <a:lumMod val="50000"/>
                  </a:schemeClr>
                </a:solidFill>
              </a:rPr>
              <a:t>Iterate over 15min PM slices</a:t>
            </a:r>
          </a:p>
        </p:txBody>
      </p:sp>
      <p:sp>
        <p:nvSpPr>
          <p:cNvPr id="66" name="Geschweifte Klammer rechts 65">
            <a:extLst>
              <a:ext uri="{FF2B5EF4-FFF2-40B4-BE49-F238E27FC236}">
                <a16:creationId xmlns:a16="http://schemas.microsoft.com/office/drawing/2014/main" id="{922B0A1A-081B-E6F2-2479-B6D96A4C7F3E}"/>
              </a:ext>
            </a:extLst>
          </p:cNvPr>
          <p:cNvSpPr/>
          <p:nvPr/>
        </p:nvSpPr>
        <p:spPr>
          <a:xfrm rot="5400000">
            <a:off x="6038721" y="2168120"/>
            <a:ext cx="280327" cy="2719803"/>
          </a:xfrm>
          <a:prstGeom prst="rightBrac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1A947F76-0E38-E200-104E-562D9862A7AE}"/>
              </a:ext>
            </a:extLst>
          </p:cNvPr>
          <p:cNvSpPr txBox="1"/>
          <p:nvPr/>
        </p:nvSpPr>
        <p:spPr>
          <a:xfrm>
            <a:off x="2703470" y="2849311"/>
            <a:ext cx="9204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>
                <a:solidFill>
                  <a:schemeClr val="accent2">
                    <a:lumMod val="50000"/>
                  </a:schemeClr>
                </a:solidFill>
              </a:rPr>
              <a:t>reference metric</a:t>
            </a:r>
          </a:p>
        </p:txBody>
      </p: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C2D4EE96-4A3A-85CB-62F2-D312CB189B3E}"/>
              </a:ext>
            </a:extLst>
          </p:cNvPr>
          <p:cNvCxnSpPr>
            <a:endCxn id="17" idx="2"/>
          </p:cNvCxnSpPr>
          <p:nvPr/>
        </p:nvCxnSpPr>
        <p:spPr>
          <a:xfrm flipV="1">
            <a:off x="2931200" y="2716502"/>
            <a:ext cx="0" cy="170198"/>
          </a:xfrm>
          <a:prstGeom prst="line">
            <a:avLst/>
          </a:prstGeom>
          <a:ln w="952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hteck 70">
            <a:extLst>
              <a:ext uri="{FF2B5EF4-FFF2-40B4-BE49-F238E27FC236}">
                <a16:creationId xmlns:a16="http://schemas.microsoft.com/office/drawing/2014/main" id="{99401776-7804-3CA4-5DC6-6B9F309BCFC7}"/>
              </a:ext>
            </a:extLst>
          </p:cNvPr>
          <p:cNvSpPr/>
          <p:nvPr/>
        </p:nvSpPr>
        <p:spPr>
          <a:xfrm>
            <a:off x="6842972" y="4118137"/>
            <a:ext cx="173536" cy="17353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A247DC3F-3A23-089A-0122-6B680EC80D92}"/>
              </a:ext>
            </a:extLst>
          </p:cNvPr>
          <p:cNvSpPr/>
          <p:nvPr/>
        </p:nvSpPr>
        <p:spPr>
          <a:xfrm>
            <a:off x="7075465" y="4118137"/>
            <a:ext cx="173536" cy="17353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2653DD7B-29C8-D584-06F2-749979C8B47A}"/>
              </a:ext>
            </a:extLst>
          </p:cNvPr>
          <p:cNvSpPr/>
          <p:nvPr/>
        </p:nvSpPr>
        <p:spPr>
          <a:xfrm>
            <a:off x="7307958" y="4118137"/>
            <a:ext cx="173536" cy="17353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4211D7F7-DC31-F894-8F44-AAE1AC2C9F74}"/>
              </a:ext>
            </a:extLst>
          </p:cNvPr>
          <p:cNvSpPr/>
          <p:nvPr/>
        </p:nvSpPr>
        <p:spPr>
          <a:xfrm>
            <a:off x="5469432" y="4118137"/>
            <a:ext cx="173536" cy="1735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9877861A-1C9B-FF10-18F8-8040FD8A194E}"/>
              </a:ext>
            </a:extLst>
          </p:cNvPr>
          <p:cNvSpPr txBox="1"/>
          <p:nvPr/>
        </p:nvSpPr>
        <p:spPr>
          <a:xfrm>
            <a:off x="4718276" y="3779121"/>
            <a:ext cx="27632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/>
              <a:t>Computed BH base values (added to resultCc)</a:t>
            </a:r>
          </a:p>
        </p:txBody>
      </p:sp>
    </p:spTree>
    <p:extLst>
      <p:ext uri="{BB962C8B-B14F-4D97-AF65-F5344CB8AC3E}">
        <p14:creationId xmlns:p14="http://schemas.microsoft.com/office/powerpoint/2010/main" val="1029525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ced55a7-e3ff-412d-8b16-16c16d29a51e}" enabled="1" method="Privileged" siteId="{9744600e-3e04-492e-baa1-25ec245c6f1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Breitbild</PresentationFormat>
  <Paragraphs>10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Katharina Mohr (External)</dc:creator>
  <cp:lastModifiedBy>Katharina Mohr (External)</cp:lastModifiedBy>
  <cp:revision>20</cp:revision>
  <dcterms:created xsi:type="dcterms:W3CDTF">2026-02-18T14:38:11Z</dcterms:created>
  <dcterms:modified xsi:type="dcterms:W3CDTF">2026-02-18T15:00:29Z</dcterms:modified>
</cp:coreProperties>
</file>