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2" r:id="rId2"/>
    <p:sldId id="269" r:id="rId3"/>
    <p:sldId id="268" r:id="rId4"/>
    <p:sldId id="271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34" d="100"/>
          <a:sy n="134" d="100"/>
        </p:scale>
        <p:origin x="13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4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15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1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.png"/><Relationship Id="rId20" Type="http://schemas.openxmlformats.org/officeDocument/2006/relationships/image" Target="../media/image14.png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18.png"/><Relationship Id="rId5" Type="http://schemas.openxmlformats.org/officeDocument/2006/relationships/image" Target="../media/image1.emf"/><Relationship Id="rId15" Type="http://schemas.openxmlformats.org/officeDocument/2006/relationships/image" Target="../media/image10.png"/><Relationship Id="rId23" Type="http://schemas.openxmlformats.org/officeDocument/2006/relationships/image" Target="../media/image17.png"/><Relationship Id="rId28" Type="http://schemas.openxmlformats.org/officeDocument/2006/relationships/image" Target="../media/image22.png"/><Relationship Id="rId10" Type="http://schemas.openxmlformats.org/officeDocument/2006/relationships/image" Target="../media/image6.png"/><Relationship Id="rId19" Type="http://schemas.openxmlformats.org/officeDocument/2006/relationships/image" Target="../media/image13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png"/><Relationship Id="rId14" Type="http://schemas.openxmlformats.org/officeDocument/2006/relationships/image" Target="../media/image9.png"/><Relationship Id="rId22" Type="http://schemas.openxmlformats.org/officeDocument/2006/relationships/image" Target="../media/image16.png"/><Relationship Id="rId27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openxmlformats.org/officeDocument/2006/relationships/image" Target="../media/image11.png"/><Relationship Id="rId26" Type="http://schemas.openxmlformats.org/officeDocument/2006/relationships/image" Target="../media/image19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25.png"/><Relationship Id="rId17" Type="http://schemas.openxmlformats.org/officeDocument/2006/relationships/image" Target="../media/image10.png"/><Relationship Id="rId25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20" Type="http://schemas.openxmlformats.org/officeDocument/2006/relationships/image" Target="../media/image13.png"/><Relationship Id="rId29" Type="http://schemas.openxmlformats.org/officeDocument/2006/relationships/image" Target="../media/image22.png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11" Type="http://schemas.openxmlformats.org/officeDocument/2006/relationships/image" Target="../media/image26.png"/><Relationship Id="rId24" Type="http://schemas.openxmlformats.org/officeDocument/2006/relationships/image" Target="../media/image17.png"/><Relationship Id="rId5" Type="http://schemas.openxmlformats.org/officeDocument/2006/relationships/image" Target="../media/image1.emf"/><Relationship Id="rId15" Type="http://schemas.openxmlformats.org/officeDocument/2006/relationships/image" Target="../media/image24.png"/><Relationship Id="rId23" Type="http://schemas.openxmlformats.org/officeDocument/2006/relationships/image" Target="../media/image16.png"/><Relationship Id="rId28" Type="http://schemas.openxmlformats.org/officeDocument/2006/relationships/image" Target="../media/image21.png"/><Relationship Id="rId10" Type="http://schemas.openxmlformats.org/officeDocument/2006/relationships/image" Target="../media/image6.png"/><Relationship Id="rId19" Type="http://schemas.openxmlformats.org/officeDocument/2006/relationships/image" Target="../media/image12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5.png"/><Relationship Id="rId14" Type="http://schemas.openxmlformats.org/officeDocument/2006/relationships/image" Target="../media/image8.png"/><Relationship Id="rId22" Type="http://schemas.openxmlformats.org/officeDocument/2006/relationships/image" Target="../media/image15.png"/><Relationship Id="rId27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1593057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v1RegardAttributeValueChange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1427152" cy="215444"/>
          </a:xfrm>
          <a:prstGeom prst="borderCallout1">
            <a:avLst>
              <a:gd name="adj1" fmla="val 51908"/>
              <a:gd name="adj2" fmla="val -1600"/>
              <a:gd name="adj3" fmla="val 112500"/>
              <a:gd name="adj4" fmla="val -38333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549</Words>
  <Application>Microsoft Office PowerPoint</Application>
  <PresentationFormat>Breitbild</PresentationFormat>
  <Paragraphs>85</Paragraphs>
  <Slides>4</Slides>
  <Notes>4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10</cp:revision>
  <dcterms:created xsi:type="dcterms:W3CDTF">2025-09-05T09:25:10Z</dcterms:created>
  <dcterms:modified xsi:type="dcterms:W3CDTF">2025-11-12T10:24:18Z</dcterms:modified>
</cp:coreProperties>
</file>