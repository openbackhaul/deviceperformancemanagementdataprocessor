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76" r:id="rId2"/>
    <p:sldId id="277" r:id="rId3"/>
    <p:sldId id="274" r:id="rId4"/>
    <p:sldId id="273" r:id="rId5"/>
    <p:sldId id="272" r:id="rId6"/>
    <p:sldId id="269" r:id="rId7"/>
    <p:sldId id="268" r:id="rId8"/>
    <p:sldId id="271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 varScale="1">
        <p:scale>
          <a:sx n="119" d="100"/>
          <a:sy n="119" d="100"/>
        </p:scale>
        <p:origin x="3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28.11.2025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06060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779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679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33217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28/11/2025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7.png"/><Relationship Id="rId18" Type="http://schemas.openxmlformats.org/officeDocument/2006/relationships/image" Target="../media/image12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15.png"/><Relationship Id="rId7" Type="http://schemas.openxmlformats.org/officeDocument/2006/relationships/image" Target="../media/image21.pn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png"/><Relationship Id="rId20" Type="http://schemas.openxmlformats.org/officeDocument/2006/relationships/image" Target="../media/image14.png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11" Type="http://schemas.openxmlformats.org/officeDocument/2006/relationships/image" Target="../media/image22.png"/><Relationship Id="rId24" Type="http://schemas.openxmlformats.org/officeDocument/2006/relationships/image" Target="../media/image18.png"/><Relationship Id="rId5" Type="http://schemas.openxmlformats.org/officeDocument/2006/relationships/image" Target="../media/image1.emf"/><Relationship Id="rId15" Type="http://schemas.openxmlformats.org/officeDocument/2006/relationships/image" Target="../media/image9.png"/><Relationship Id="rId23" Type="http://schemas.openxmlformats.org/officeDocument/2006/relationships/image" Target="../media/image17.png"/><Relationship Id="rId10" Type="http://schemas.openxmlformats.org/officeDocument/2006/relationships/image" Target="../media/image5.png"/><Relationship Id="rId19" Type="http://schemas.openxmlformats.org/officeDocument/2006/relationships/image" Target="../media/image13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4.png"/><Relationship Id="rId14" Type="http://schemas.openxmlformats.org/officeDocument/2006/relationships/image" Target="../media/image8.png"/><Relationship Id="rId22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2.png"/><Relationship Id="rId18" Type="http://schemas.openxmlformats.org/officeDocument/2006/relationships/image" Target="../media/image10.png"/><Relationship Id="rId26" Type="http://schemas.openxmlformats.org/officeDocument/2006/relationships/image" Target="../media/image19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9.png"/><Relationship Id="rId25" Type="http://schemas.openxmlformats.org/officeDocument/2006/relationships/image" Target="../media/image2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.png"/><Relationship Id="rId20" Type="http://schemas.openxmlformats.org/officeDocument/2006/relationships/image" Target="../media/image12.png"/><Relationship Id="rId1" Type="http://schemas.openxmlformats.org/officeDocument/2006/relationships/tags" Target="../tags/tag4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6.png"/><Relationship Id="rId5" Type="http://schemas.openxmlformats.org/officeDocument/2006/relationships/image" Target="../media/image1.emf"/><Relationship Id="rId15" Type="http://schemas.openxmlformats.org/officeDocument/2006/relationships/image" Target="../media/image7.png"/><Relationship Id="rId23" Type="http://schemas.openxmlformats.org/officeDocument/2006/relationships/image" Target="../media/image15.png"/><Relationship Id="rId10" Type="http://schemas.openxmlformats.org/officeDocument/2006/relationships/image" Target="../media/image3.png"/><Relationship Id="rId19" Type="http://schemas.openxmlformats.org/officeDocument/2006/relationships/image" Target="../media/image11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21.png"/><Relationship Id="rId14" Type="http://schemas.openxmlformats.org/officeDocument/2006/relationships/image" Target="../media/image6.png"/><Relationship Id="rId22" Type="http://schemas.openxmlformats.org/officeDocument/2006/relationships/image" Target="../media/image14.png"/><Relationship Id="rId27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2.png"/><Relationship Id="rId18" Type="http://schemas.openxmlformats.org/officeDocument/2006/relationships/image" Target="../media/image10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4.xml"/><Relationship Id="rId21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9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.png"/><Relationship Id="rId20" Type="http://schemas.openxmlformats.org/officeDocument/2006/relationships/image" Target="../media/image12.png"/><Relationship Id="rId1" Type="http://schemas.openxmlformats.org/officeDocument/2006/relationships/tags" Target="../tags/tag5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6.png"/><Relationship Id="rId5" Type="http://schemas.openxmlformats.org/officeDocument/2006/relationships/image" Target="../media/image1.emf"/><Relationship Id="rId15" Type="http://schemas.openxmlformats.org/officeDocument/2006/relationships/image" Target="../media/image7.png"/><Relationship Id="rId23" Type="http://schemas.openxmlformats.org/officeDocument/2006/relationships/image" Target="../media/image15.png"/><Relationship Id="rId28" Type="http://schemas.openxmlformats.org/officeDocument/2006/relationships/image" Target="../media/image24.png"/><Relationship Id="rId10" Type="http://schemas.openxmlformats.org/officeDocument/2006/relationships/image" Target="../media/image3.png"/><Relationship Id="rId19" Type="http://schemas.openxmlformats.org/officeDocument/2006/relationships/image" Target="../media/image11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21.png"/><Relationship Id="rId14" Type="http://schemas.openxmlformats.org/officeDocument/2006/relationships/image" Target="../media/image6.png"/><Relationship Id="rId22" Type="http://schemas.openxmlformats.org/officeDocument/2006/relationships/image" Target="../media/image14.png"/><Relationship Id="rId27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4.png"/><Relationship Id="rId18" Type="http://schemas.openxmlformats.org/officeDocument/2006/relationships/image" Target="../media/image8.png"/><Relationship Id="rId26" Type="http://schemas.openxmlformats.org/officeDocument/2006/relationships/image" Target="../media/image16.png"/><Relationship Id="rId3" Type="http://schemas.openxmlformats.org/officeDocument/2006/relationships/notesSlide" Target="../notesSlides/notesSlide5.xml"/><Relationship Id="rId21" Type="http://schemas.openxmlformats.org/officeDocument/2006/relationships/image" Target="../media/image11.png"/><Relationship Id="rId7" Type="http://schemas.openxmlformats.org/officeDocument/2006/relationships/image" Target="../media/image18.png"/><Relationship Id="rId12" Type="http://schemas.openxmlformats.org/officeDocument/2006/relationships/image" Target="../media/image5.png"/><Relationship Id="rId17" Type="http://schemas.openxmlformats.org/officeDocument/2006/relationships/image" Target="../media/image7.png"/><Relationship Id="rId25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5.png"/><Relationship Id="rId20" Type="http://schemas.openxmlformats.org/officeDocument/2006/relationships/image" Target="../media/image10.png"/><Relationship Id="rId1" Type="http://schemas.openxmlformats.org/officeDocument/2006/relationships/tags" Target="../tags/tag6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24" Type="http://schemas.openxmlformats.org/officeDocument/2006/relationships/image" Target="../media/image14.png"/><Relationship Id="rId5" Type="http://schemas.openxmlformats.org/officeDocument/2006/relationships/image" Target="../media/image1.emf"/><Relationship Id="rId15" Type="http://schemas.openxmlformats.org/officeDocument/2006/relationships/image" Target="../media/image6.png"/><Relationship Id="rId23" Type="http://schemas.openxmlformats.org/officeDocument/2006/relationships/image" Target="../media/image13.png"/><Relationship Id="rId28" Type="http://schemas.openxmlformats.org/officeDocument/2006/relationships/image" Target="../media/image20.png"/><Relationship Id="rId10" Type="http://schemas.openxmlformats.org/officeDocument/2006/relationships/image" Target="../media/image3.png"/><Relationship Id="rId19" Type="http://schemas.openxmlformats.org/officeDocument/2006/relationships/image" Target="../media/image9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21.png"/><Relationship Id="rId14" Type="http://schemas.openxmlformats.org/officeDocument/2006/relationships/image" Target="../media/image22.png"/><Relationship Id="rId22" Type="http://schemas.openxmlformats.org/officeDocument/2006/relationships/image" Target="../media/image12.png"/><Relationship Id="rId27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4.png"/><Relationship Id="rId18" Type="http://schemas.openxmlformats.org/officeDocument/2006/relationships/image" Target="../media/image7.png"/><Relationship Id="rId26" Type="http://schemas.openxmlformats.org/officeDocument/2006/relationships/image" Target="../media/image15.png"/><Relationship Id="rId3" Type="http://schemas.openxmlformats.org/officeDocument/2006/relationships/notesSlide" Target="../notesSlides/notesSlide7.xml"/><Relationship Id="rId21" Type="http://schemas.openxmlformats.org/officeDocument/2006/relationships/image" Target="../media/image10.png"/><Relationship Id="rId7" Type="http://schemas.openxmlformats.org/officeDocument/2006/relationships/image" Target="../media/image18.png"/><Relationship Id="rId12" Type="http://schemas.openxmlformats.org/officeDocument/2006/relationships/image" Target="../media/image25.png"/><Relationship Id="rId17" Type="http://schemas.openxmlformats.org/officeDocument/2006/relationships/image" Target="../media/image6.png"/><Relationship Id="rId25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2.png"/><Relationship Id="rId20" Type="http://schemas.openxmlformats.org/officeDocument/2006/relationships/image" Target="../media/image9.png"/><Relationship Id="rId29" Type="http://schemas.openxmlformats.org/officeDocument/2006/relationships/image" Target="../media/image20.png"/><Relationship Id="rId1" Type="http://schemas.openxmlformats.org/officeDocument/2006/relationships/tags" Target="../tags/tag8.xml"/><Relationship Id="rId6" Type="http://schemas.openxmlformats.org/officeDocument/2006/relationships/image" Target="../media/image17.png"/><Relationship Id="rId11" Type="http://schemas.openxmlformats.org/officeDocument/2006/relationships/image" Target="../media/image26.png"/><Relationship Id="rId24" Type="http://schemas.openxmlformats.org/officeDocument/2006/relationships/image" Target="../media/image13.png"/><Relationship Id="rId5" Type="http://schemas.openxmlformats.org/officeDocument/2006/relationships/image" Target="../media/image1.emf"/><Relationship Id="rId15" Type="http://schemas.openxmlformats.org/officeDocument/2006/relationships/image" Target="../media/image24.png"/><Relationship Id="rId23" Type="http://schemas.openxmlformats.org/officeDocument/2006/relationships/image" Target="../media/image12.png"/><Relationship Id="rId28" Type="http://schemas.openxmlformats.org/officeDocument/2006/relationships/image" Target="../media/image19.png"/><Relationship Id="rId10" Type="http://schemas.openxmlformats.org/officeDocument/2006/relationships/image" Target="../media/image3.png"/><Relationship Id="rId19" Type="http://schemas.openxmlformats.org/officeDocument/2006/relationships/image" Target="../media/image8.png"/><Relationship Id="rId4" Type="http://schemas.openxmlformats.org/officeDocument/2006/relationships/oleObject" Target="../embeddings/oleObject7.bin"/><Relationship Id="rId9" Type="http://schemas.openxmlformats.org/officeDocument/2006/relationships/image" Target="../media/image21.png"/><Relationship Id="rId14" Type="http://schemas.openxmlformats.org/officeDocument/2006/relationships/image" Target="../media/image5.png"/><Relationship Id="rId22" Type="http://schemas.openxmlformats.org/officeDocument/2006/relationships/image" Target="../media/image11.png"/><Relationship Id="rId2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8519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1281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p1LoadRawDeviceData</a:t>
            </a:r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#251128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790567" y="3032193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692675" y="3088191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685823" y="2799412"/>
            <a:ext cx="6562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replication</a:t>
            </a:r>
          </a:p>
          <a:p>
            <a:pPr algn="ctr"/>
            <a:r>
              <a:rPr lang="en-US" sz="800" noProof="0" dirty="0"/>
              <a:t>cronjob</a:t>
            </a: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48" name="Sprechblase: rechteckig 47">
            <a:extLst>
              <a:ext uri="{FF2B5EF4-FFF2-40B4-BE49-F238E27FC236}">
                <a16:creationId xmlns:a16="http://schemas.microsoft.com/office/drawing/2014/main" id="{F51B8E48-A238-C91B-0F18-945FE0634F2D}"/>
              </a:ext>
            </a:extLst>
          </p:cNvPr>
          <p:cNvSpPr/>
          <p:nvPr/>
        </p:nvSpPr>
        <p:spPr>
          <a:xfrm>
            <a:off x="5650799" y="1730600"/>
            <a:ext cx="2502407" cy="314997"/>
          </a:xfrm>
          <a:prstGeom prst="wedgeRectCallout">
            <a:avLst>
              <a:gd name="adj1" fmla="val -44897"/>
              <a:gd name="adj2" fmla="val 107858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 dirty="0" err="1">
                <a:solidFill>
                  <a:schemeClr val="tx1"/>
                </a:solidFill>
              </a:rPr>
              <a:t>rename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to</a:t>
            </a:r>
            <a:r>
              <a:rPr lang="de-DE" sz="800" dirty="0">
                <a:solidFill>
                  <a:schemeClr val="tx1"/>
                </a:solidFill>
              </a:rPr>
              <a:t>     p1ProcessingPmData</a:t>
            </a:r>
          </a:p>
        </p:txBody>
      </p:sp>
      <p:sp>
        <p:nvSpPr>
          <p:cNvPr id="50" name="Sprechblase: rechteckig 49">
            <a:extLst>
              <a:ext uri="{FF2B5EF4-FFF2-40B4-BE49-F238E27FC236}">
                <a16:creationId xmlns:a16="http://schemas.microsoft.com/office/drawing/2014/main" id="{685F77F7-E728-F0BE-FD5F-F4BB5E71152D}"/>
              </a:ext>
            </a:extLst>
          </p:cNvPr>
          <p:cNvSpPr/>
          <p:nvPr/>
        </p:nvSpPr>
        <p:spPr>
          <a:xfrm>
            <a:off x="76774" y="5968496"/>
            <a:ext cx="1380552" cy="215444"/>
          </a:xfrm>
          <a:prstGeom prst="wedgeRectCallout">
            <a:avLst>
              <a:gd name="adj1" fmla="val 36538"/>
              <a:gd name="adj2" fmla="val -179474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 dirty="0" err="1">
                <a:solidFill>
                  <a:schemeClr val="tx1"/>
                </a:solidFill>
              </a:rPr>
              <a:t>rename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to</a:t>
            </a:r>
            <a:r>
              <a:rPr lang="de-DE" sz="800" dirty="0">
                <a:solidFill>
                  <a:schemeClr val="tx1"/>
                </a:solidFill>
              </a:rPr>
              <a:t>     p1LoadRawCc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  <p:sp>
        <p:nvSpPr>
          <p:cNvPr id="75" name="Rechteck 74">
            <a:extLst>
              <a:ext uri="{FF2B5EF4-FFF2-40B4-BE49-F238E27FC236}">
                <a16:creationId xmlns:a16="http://schemas.microsoft.com/office/drawing/2014/main" id="{B53F0E8B-C7DF-8961-07BE-0157C07E3FD8}"/>
              </a:ext>
            </a:extLst>
          </p:cNvPr>
          <p:cNvSpPr/>
          <p:nvPr/>
        </p:nvSpPr>
        <p:spPr>
          <a:xfrm>
            <a:off x="1394849" y="2431489"/>
            <a:ext cx="1297138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0" bIns="0" rtlCol="0" anchor="t"/>
          <a:lstStyle/>
          <a:p>
            <a:r>
              <a:rPr lang="de-DE" sz="800" dirty="0">
                <a:solidFill>
                  <a:schemeClr val="tx1"/>
                </a:solidFill>
              </a:rPr>
              <a:t>p1ReplicateMwdiEs</a:t>
            </a:r>
          </a:p>
        </p:txBody>
      </p:sp>
      <p:sp>
        <p:nvSpPr>
          <p:cNvPr id="85" name="Legende: Linie 84">
            <a:extLst>
              <a:ext uri="{FF2B5EF4-FFF2-40B4-BE49-F238E27FC236}">
                <a16:creationId xmlns:a16="http://schemas.microsoft.com/office/drawing/2014/main" id="{306D5500-4F03-25BA-53AA-861AB72BD44F}"/>
              </a:ext>
            </a:extLst>
          </p:cNvPr>
          <p:cNvSpPr/>
          <p:nvPr/>
        </p:nvSpPr>
        <p:spPr>
          <a:xfrm>
            <a:off x="2324191" y="1591459"/>
            <a:ext cx="3182167" cy="338554"/>
          </a:xfrm>
          <a:prstGeom prst="borderCallout1">
            <a:avLst>
              <a:gd name="adj1" fmla="val 51908"/>
              <a:gd name="adj2" fmla="val -1600"/>
              <a:gd name="adj3" fmla="val 244103"/>
              <a:gd name="adj4" fmla="val -628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started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by</a:t>
            </a:r>
            <a:r>
              <a:rPr lang="de-DE" sz="800" dirty="0">
                <a:solidFill>
                  <a:schemeClr val="tx1"/>
                </a:solidFill>
              </a:rPr>
              <a:t> /v1/</a:t>
            </a:r>
            <a:r>
              <a:rPr lang="de-DE" sz="800" dirty="0" err="1">
                <a:solidFill>
                  <a:schemeClr val="tx1"/>
                </a:solidFill>
              </a:rPr>
              <a:t>embed-yourself</a:t>
            </a:r>
            <a:endParaRPr lang="de-DE" sz="800" dirty="0">
              <a:solidFill>
                <a:schemeClr val="tx1"/>
              </a:solidFill>
            </a:endParaRPr>
          </a:p>
          <a:p>
            <a:r>
              <a:rPr lang="de-DE" sz="800" dirty="0" err="1">
                <a:solidFill>
                  <a:schemeClr val="tx1"/>
                </a:solidFill>
              </a:rPr>
              <a:t>initiating</a:t>
            </a:r>
            <a:r>
              <a:rPr lang="de-DE" sz="800" dirty="0">
                <a:solidFill>
                  <a:schemeClr val="tx1"/>
                </a:solidFill>
              </a:rPr>
              <a:t> an </a:t>
            </a:r>
            <a:r>
              <a:rPr lang="de-DE" sz="800" dirty="0" err="1">
                <a:solidFill>
                  <a:schemeClr val="tx1"/>
                </a:solidFill>
              </a:rPr>
              <a:t>instance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of</a:t>
            </a:r>
            <a:r>
              <a:rPr lang="de-DE" sz="800" dirty="0"/>
              <a:t> p1ProcessingPmData </a:t>
            </a:r>
            <a:r>
              <a:rPr lang="de-DE" sz="800" dirty="0" err="1">
                <a:solidFill>
                  <a:schemeClr val="tx1"/>
                </a:solidFill>
              </a:rPr>
              <a:t>for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every</a:t>
            </a:r>
            <a:r>
              <a:rPr lang="de-DE" sz="800" dirty="0">
                <a:solidFill>
                  <a:schemeClr val="tx1"/>
                </a:solidFill>
              </a:rPr>
              <a:t> </a:t>
            </a:r>
            <a:r>
              <a:rPr lang="de-DE" sz="800" dirty="0" err="1">
                <a:solidFill>
                  <a:schemeClr val="tx1"/>
                </a:solidFill>
              </a:rPr>
              <a:t>updated</a:t>
            </a:r>
            <a:r>
              <a:rPr lang="de-DE" sz="800" dirty="0">
                <a:solidFill>
                  <a:schemeClr val="tx1"/>
                </a:solidFill>
              </a:rPr>
              <a:t> CC</a:t>
            </a:r>
          </a:p>
        </p:txBody>
      </p:sp>
    </p:spTree>
    <p:extLst>
      <p:ext uri="{BB962C8B-B14F-4D97-AF65-F5344CB8AC3E}">
        <p14:creationId xmlns:p14="http://schemas.microsoft.com/office/powerpoint/2010/main" val="251694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7879" y="1626517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1429" y="1633593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1281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p1LoadRawDeviceData</a:t>
            </a:r>
          </a:p>
          <a:p>
            <a:r>
              <a:rPr lang="en-US" sz="800" noProof="0" dirty="0"/>
              <a:t>  - p1FieldsFilter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E5BBA2EA-CF61-0A77-8808-E0A2889389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0326" y="4834806"/>
            <a:ext cx="511431" cy="44300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34655857-CA98-8D54-CB61-37BD04B45DF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88108" y="4887563"/>
            <a:ext cx="149626" cy="149626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3BCEB8-8D1C-3113-A3F9-BED90C7EFA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7734" y="4925679"/>
            <a:ext cx="198919" cy="195335"/>
          </a:xfrm>
          <a:prstGeom prst="rect">
            <a:avLst/>
          </a:prstGeom>
        </p:spPr>
      </p:pic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E1E805A9-BC69-DCB7-FD54-165D9C2D39AB}"/>
              </a:ext>
            </a:extLst>
          </p:cNvPr>
          <p:cNvGrpSpPr/>
          <p:nvPr/>
        </p:nvGrpSpPr>
        <p:grpSpPr>
          <a:xfrm rot="559622">
            <a:off x="3062453" y="4647154"/>
            <a:ext cx="418250" cy="147871"/>
            <a:chOff x="3664801" y="2485737"/>
            <a:chExt cx="418250" cy="147871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E2B0FB8C-CFBE-3CF2-DF58-87A9B70307E4}"/>
                </a:ext>
              </a:extLst>
            </p:cNvPr>
            <p:cNvSpPr/>
            <p:nvPr/>
          </p:nvSpPr>
          <p:spPr>
            <a:xfrm>
              <a:off x="3664801" y="2485737"/>
              <a:ext cx="418250" cy="147871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0D04E791-E34D-90D4-BD3F-3E52106B6D3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677500" y="2507962"/>
              <a:ext cx="384335" cy="106087"/>
              <a:chOff x="5533092" y="3218340"/>
              <a:chExt cx="1789608" cy="493977"/>
            </a:xfrm>
          </p:grpSpPr>
          <p:pic>
            <p:nvPicPr>
              <p:cNvPr id="47" name="Grafik 46">
                <a:extLst>
                  <a:ext uri="{FF2B5EF4-FFF2-40B4-BE49-F238E27FC236}">
                    <a16:creationId xmlns:a16="http://schemas.microsoft.com/office/drawing/2014/main" id="{AD930E0F-7A80-E3DA-61D5-E1C2FDC75C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533092" y="3218340"/>
                <a:ext cx="728718" cy="468462"/>
              </a:xfrm>
              <a:prstGeom prst="rect">
                <a:avLst/>
              </a:prstGeom>
            </p:spPr>
          </p:pic>
          <p:pic>
            <p:nvPicPr>
              <p:cNvPr id="49" name="Grafik 48">
                <a:extLst>
                  <a:ext uri="{FF2B5EF4-FFF2-40B4-BE49-F238E27FC236}">
                    <a16:creationId xmlns:a16="http://schemas.microsoft.com/office/drawing/2014/main" id="{B5A154C8-2E67-F855-7F61-6BC88CB9F9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61810" y="3226943"/>
                <a:ext cx="485889" cy="459859"/>
              </a:xfrm>
              <a:prstGeom prst="rect">
                <a:avLst/>
              </a:prstGeom>
            </p:spPr>
          </p:pic>
          <p:pic>
            <p:nvPicPr>
              <p:cNvPr id="51" name="Grafik 50">
                <a:extLst>
                  <a:ext uri="{FF2B5EF4-FFF2-40B4-BE49-F238E27FC236}">
                    <a16:creationId xmlns:a16="http://schemas.microsoft.com/office/drawing/2014/main" id="{23B98640-4E4A-8C2E-BFDB-C4CB5CA2CB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789226" y="3269433"/>
                <a:ext cx="533474" cy="442884"/>
              </a:xfrm>
              <a:prstGeom prst="rect">
                <a:avLst/>
              </a:prstGeom>
            </p:spPr>
          </p:pic>
        </p:grpSp>
      </p:grp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E3847BB-2E30-97B2-FBE6-E057D35DD9E3}"/>
              </a:ext>
            </a:extLst>
          </p:cNvPr>
          <p:cNvCxnSpPr>
            <a:cxnSpLocks/>
          </p:cNvCxnSpPr>
          <p:nvPr/>
        </p:nvCxnSpPr>
        <p:spPr>
          <a:xfrm flipV="1">
            <a:off x="3028457" y="4607374"/>
            <a:ext cx="60654" cy="28018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480663"/>
            <a:ext cx="185820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p1CreateResultCc</a:t>
            </a:r>
          </a:p>
          <a:p>
            <a:r>
              <a:rPr lang="en-US" sz="800" dirty="0"/>
              <a:t>  - p1DefaultValueTreatment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p1OutOfRangeValueTreatment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p1AirInterfaceCapacityCalculation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p1EthernetKpiCalculation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p1FormattingOutputApt</a:t>
            </a:r>
          </a:p>
          <a:p>
            <a:r>
              <a:rPr lang="en-US" sz="800" dirty="0"/>
              <a:t>  - p1ComputeAirInterfaceNames</a:t>
            </a:r>
          </a:p>
          <a:p>
            <a:r>
              <a:rPr lang="en-US" sz="800" noProof="0" dirty="0"/>
              <a:t>  - </a:t>
            </a:r>
            <a:r>
              <a:rPr lang="en-US" sz="800" dirty="0"/>
              <a:t>p1ComputeAirInterfacePhysicalLag</a:t>
            </a:r>
          </a:p>
          <a:p>
            <a:r>
              <a:rPr lang="en-US" sz="800" noProof="0" dirty="0"/>
              <a:t> </a:t>
            </a:r>
            <a:r>
              <a:rPr lang="en-US" sz="800" dirty="0"/>
              <a:t> - p1ComputeEthContainerNames</a:t>
            </a:r>
            <a:endParaRPr lang="en-US" sz="800" noProof="0" dirty="0"/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41703" y="5390614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p1TransmittingKafka</a:t>
            </a:r>
            <a:endParaRPr lang="en-US" sz="800" noProof="0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#251127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108000" rtlCol="0" anchor="ctr"/>
          <a:lstStyle/>
          <a:p>
            <a:pPr algn="ctr"/>
            <a:r>
              <a:rPr lang="de-DE" sz="800" dirty="0"/>
              <a:t>MWDI ES</a:t>
            </a:r>
            <a:br>
              <a:rPr lang="de-DE" sz="800" dirty="0"/>
            </a:br>
            <a:r>
              <a:rPr lang="de-DE" sz="800" dirty="0"/>
              <a:t>Replica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4930238" y="1003105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4930238" y="1224369"/>
            <a:ext cx="60904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cronjob is notifying a list of </a:t>
            </a:r>
            <a:r>
              <a:rPr lang="en-US" sz="800" noProof="0" dirty="0" err="1"/>
              <a:t>ControlConstructs</a:t>
            </a:r>
            <a:r>
              <a:rPr lang="en-US" sz="800" noProof="0" dirty="0"/>
              <a:t> that have been updated in MWDI ES Replica.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starting an instance of </a:t>
            </a:r>
            <a:r>
              <a:rPr lang="de-DE" sz="800" dirty="0"/>
              <a:t>p1ProcessingOrchestratorForHistoricalPmData </a:t>
            </a:r>
            <a:r>
              <a:rPr lang="en-US" sz="800" dirty="0"/>
              <a:t>for every </a:t>
            </a:r>
            <a:r>
              <a:rPr lang="en-US" sz="800" dirty="0" err="1"/>
              <a:t>MountName</a:t>
            </a:r>
            <a:r>
              <a:rPr lang="en-US" sz="800" dirty="0"/>
              <a:t> on the list.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flipV="1">
            <a:off x="1960482" y="2191101"/>
            <a:ext cx="1237397" cy="72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655142">
            <a:off x="2180034" y="2367502"/>
            <a:ext cx="7377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106905" y="5356830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  <a:r>
              <a:rPr lang="en-US" sz="800" dirty="0"/>
              <a:t>p1Storing</a:t>
            </a:r>
            <a:endParaRPr lang="en-US" sz="800" noProof="0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15" name="Zylinder 14">
            <a:extLst>
              <a:ext uri="{FF2B5EF4-FFF2-40B4-BE49-F238E27FC236}">
                <a16:creationId xmlns:a16="http://schemas.microsoft.com/office/drawing/2014/main" id="{2927D718-4865-206C-FBF5-9925DAE985FB}"/>
              </a:ext>
            </a:extLst>
          </p:cNvPr>
          <p:cNvSpPr/>
          <p:nvPr/>
        </p:nvSpPr>
        <p:spPr>
          <a:xfrm>
            <a:off x="10989405" y="4093504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2C1DFB-67E6-4676-673D-E6884939D2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75680" y="4699708"/>
            <a:ext cx="149626" cy="1496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0F6D973-BCB0-6E9D-BE3F-DDF94F636F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4127" y="4718459"/>
            <a:ext cx="149626" cy="14962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0219635F-F1D3-4821-DECB-310D5E9E3EE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5252" y="4930145"/>
            <a:ext cx="149626" cy="149626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DE4924A2-AADC-7911-FEC5-7A8A0EE2B9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92601" y="5108431"/>
            <a:ext cx="149626" cy="149626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B7355421-1DF4-8616-0697-192A01CED72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5025069"/>
            <a:ext cx="149626" cy="14962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A86623E0-9C0F-7748-1E9A-0AAEE6C1E04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87719" y="4673917"/>
            <a:ext cx="149626" cy="149626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8F8A822-997E-FE15-AE01-C83EF9AAC0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12399" y="4662901"/>
            <a:ext cx="149626" cy="149626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0DD1082E-A760-A286-69C9-60515C4320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56487" y="4902348"/>
            <a:ext cx="149626" cy="149626"/>
          </a:xfrm>
          <a:prstGeom prst="rect">
            <a:avLst/>
          </a:prstGeom>
        </p:spPr>
      </p:pic>
      <p:pic>
        <p:nvPicPr>
          <p:cNvPr id="59" name="Grafik 58">
            <a:extLst>
              <a:ext uri="{FF2B5EF4-FFF2-40B4-BE49-F238E27FC236}">
                <a16:creationId xmlns:a16="http://schemas.microsoft.com/office/drawing/2014/main" id="{8B70A580-CA7D-64DE-E057-7BFF60BD68F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86431" y="5079771"/>
            <a:ext cx="149626" cy="149626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405D2335-19A3-BC55-DCC0-486FD70AF6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96056" y="4940464"/>
            <a:ext cx="149626" cy="149626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F87205AF-307E-5AE5-E61F-83ED02ECC6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6053" y="4850866"/>
            <a:ext cx="149626" cy="149626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B11EFDF4-8B16-452B-83AC-008C3AAD712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02103" y="4678315"/>
            <a:ext cx="149626" cy="149626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BBC9383C-EF01-8D5A-7FE8-C8DEA87F5A6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1722" y="4929429"/>
            <a:ext cx="149626" cy="14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75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458163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#251114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5845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As soon as the cronjob is notifying that the DPMDP ES has been updated,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initiating p1ProcessingOrchestratorFor15MinHistoricalPmData for every </a:t>
            </a:r>
            <a:r>
              <a:rPr lang="en-US" sz="800" dirty="0" err="1"/>
              <a:t>MountName</a:t>
            </a:r>
            <a:r>
              <a:rPr lang="en-US" sz="800" dirty="0"/>
              <a:t> received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rot="19057354">
            <a:off x="1778420" y="2444204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057354">
            <a:off x="2000578" y="2267451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81033C4-AB7E-F9D7-752D-AE2210BD8E70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6DACA5DD-3E47-8B64-6D14-94DED981A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41AC3DAF-99E1-9F74-664F-ACABE242E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8" name="Grafik 37">
              <a:extLst>
                <a:ext uri="{FF2B5EF4-FFF2-40B4-BE49-F238E27FC236}">
                  <a16:creationId xmlns:a16="http://schemas.microsoft.com/office/drawing/2014/main" id="{B936E97B-5178-C5DD-0E0D-604E4BB28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CEEF5A9F-7A1C-A323-3201-D8C137E12CF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3434A5FF-7957-128F-2E8F-D3F7B005E6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01" name="Gruppieren 100">
                <a:extLst>
                  <a:ext uri="{FF2B5EF4-FFF2-40B4-BE49-F238E27FC236}">
                    <a16:creationId xmlns:a16="http://schemas.microsoft.com/office/drawing/2014/main" id="{A0D813AA-0603-BC3B-0E65-E74D18ECEEB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02" name="Grafik 101">
                  <a:extLst>
                    <a:ext uri="{FF2B5EF4-FFF2-40B4-BE49-F238E27FC236}">
                      <a16:creationId xmlns:a16="http://schemas.microsoft.com/office/drawing/2014/main" id="{4284DF0A-E1C9-F74E-C466-CD8ECD2638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04" name="Grafik 103">
                  <a:extLst>
                    <a:ext uri="{FF2B5EF4-FFF2-40B4-BE49-F238E27FC236}">
                      <a16:creationId xmlns:a16="http://schemas.microsoft.com/office/drawing/2014/main" id="{F740A43F-2701-A3BB-FB7A-4AA5B1587D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06" name="Grafik 105">
                  <a:extLst>
                    <a:ext uri="{FF2B5EF4-FFF2-40B4-BE49-F238E27FC236}">
                      <a16:creationId xmlns:a16="http://schemas.microsoft.com/office/drawing/2014/main" id="{7032DFE8-80E0-8246-5C65-3FDB9C1059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A6ED225-9FF7-4418-D914-12BC73F5E1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66" name="Grafik 65">
              <a:extLst>
                <a:ext uri="{FF2B5EF4-FFF2-40B4-BE49-F238E27FC236}">
                  <a16:creationId xmlns:a16="http://schemas.microsoft.com/office/drawing/2014/main" id="{36F682AE-C8A7-5B6B-530B-73D0DFA86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68" name="Grafik 67">
              <a:extLst>
                <a:ext uri="{FF2B5EF4-FFF2-40B4-BE49-F238E27FC236}">
                  <a16:creationId xmlns:a16="http://schemas.microsoft.com/office/drawing/2014/main" id="{A0E7F57F-A6D4-A1FA-D092-0DE12FD8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98" name="Grafik 97">
              <a:extLst>
                <a:ext uri="{FF2B5EF4-FFF2-40B4-BE49-F238E27FC236}">
                  <a16:creationId xmlns:a16="http://schemas.microsoft.com/office/drawing/2014/main" id="{929D813A-E624-B73A-C510-FCB8C1403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4E91A404-A5B1-B717-4EA5-FBD1B90571AC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108" name="Grafik 107">
              <a:extLst>
                <a:ext uri="{FF2B5EF4-FFF2-40B4-BE49-F238E27FC236}">
                  <a16:creationId xmlns:a16="http://schemas.microsoft.com/office/drawing/2014/main" id="{D33E47C3-23A3-0FA5-4879-8E82C9E8B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09" name="Grafik 108">
              <a:extLst>
                <a:ext uri="{FF2B5EF4-FFF2-40B4-BE49-F238E27FC236}">
                  <a16:creationId xmlns:a16="http://schemas.microsoft.com/office/drawing/2014/main" id="{6A7B7AD4-668E-083B-4160-3D0AC2EB4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376B7462-1E31-2C31-839E-7481BD6B5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8018BFD3-97BB-BF30-C498-035DCC1D23F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030E5D96-8B16-A8FC-4D3C-FFDFA0D3E38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7" name="Gruppieren 116">
                <a:extLst>
                  <a:ext uri="{FF2B5EF4-FFF2-40B4-BE49-F238E27FC236}">
                    <a16:creationId xmlns:a16="http://schemas.microsoft.com/office/drawing/2014/main" id="{1C49DC6A-2BA8-76A3-FA68-116C6807A54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18" name="Grafik 117">
                  <a:extLst>
                    <a:ext uri="{FF2B5EF4-FFF2-40B4-BE49-F238E27FC236}">
                      <a16:creationId xmlns:a16="http://schemas.microsoft.com/office/drawing/2014/main" id="{B5391715-A103-A441-3829-EFE11C3C74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19" name="Grafik 118">
                  <a:extLst>
                    <a:ext uri="{FF2B5EF4-FFF2-40B4-BE49-F238E27FC236}">
                      <a16:creationId xmlns:a16="http://schemas.microsoft.com/office/drawing/2014/main" id="{0D5BB3E5-8552-A82A-6256-6BE52ED79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20" name="Grafik 119">
                  <a:extLst>
                    <a:ext uri="{FF2B5EF4-FFF2-40B4-BE49-F238E27FC236}">
                      <a16:creationId xmlns:a16="http://schemas.microsoft.com/office/drawing/2014/main" id="{52514721-8A8B-72A5-DA6A-A84AD3869E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3B724E0F-424B-9BF6-DAFF-C94E164059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13" name="Grafik 112">
              <a:extLst>
                <a:ext uri="{FF2B5EF4-FFF2-40B4-BE49-F238E27FC236}">
                  <a16:creationId xmlns:a16="http://schemas.microsoft.com/office/drawing/2014/main" id="{866BDB76-0554-7B62-41E8-7D500BE65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14" name="Grafik 113">
              <a:extLst>
                <a:ext uri="{FF2B5EF4-FFF2-40B4-BE49-F238E27FC236}">
                  <a16:creationId xmlns:a16="http://schemas.microsoft.com/office/drawing/2014/main" id="{B0C61A8B-718B-134F-C87B-2BDD17F118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15" name="Grafik 114">
              <a:extLst>
                <a:ext uri="{FF2B5EF4-FFF2-40B4-BE49-F238E27FC236}">
                  <a16:creationId xmlns:a16="http://schemas.microsoft.com/office/drawing/2014/main" id="{E175EF63-A131-FB5F-1EC5-1C8AD4AE5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EA48D481-94C0-5AC5-10AF-00BCC53FED16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124" name="Grafik 123">
              <a:extLst>
                <a:ext uri="{FF2B5EF4-FFF2-40B4-BE49-F238E27FC236}">
                  <a16:creationId xmlns:a16="http://schemas.microsoft.com/office/drawing/2014/main" id="{85B68433-847A-B4F3-62FA-9B519B664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22B53B54-3A8D-2A7D-7BCE-1B020042E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9" name="Grafik 138">
              <a:extLst>
                <a:ext uri="{FF2B5EF4-FFF2-40B4-BE49-F238E27FC236}">
                  <a16:creationId xmlns:a16="http://schemas.microsoft.com/office/drawing/2014/main" id="{0F57E4B2-42E3-D683-6B83-52AF17202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957BF1F6-01CB-429C-0D4B-C6FC5DDE6710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E185FB5B-1DF6-44C2-4B89-68E0D1160A3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6" name="Gruppieren 145">
                <a:extLst>
                  <a:ext uri="{FF2B5EF4-FFF2-40B4-BE49-F238E27FC236}">
                    <a16:creationId xmlns:a16="http://schemas.microsoft.com/office/drawing/2014/main" id="{5836215F-89F5-CC1D-AB75-98895C69FFE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D8E11990-CA32-DDB8-0ECE-8027CC7942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48" name="Grafik 147">
                  <a:extLst>
                    <a:ext uri="{FF2B5EF4-FFF2-40B4-BE49-F238E27FC236}">
                      <a16:creationId xmlns:a16="http://schemas.microsoft.com/office/drawing/2014/main" id="{7A3A0FBC-EC78-0DD5-82D7-36EC5335DB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49" name="Grafik 148">
                  <a:extLst>
                    <a:ext uri="{FF2B5EF4-FFF2-40B4-BE49-F238E27FC236}">
                      <a16:creationId xmlns:a16="http://schemas.microsoft.com/office/drawing/2014/main" id="{7A403244-FBBE-492A-55D6-5E16F2056F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0B7FC96-2628-9E70-41B3-7529C17663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42" name="Grafik 141">
              <a:extLst>
                <a:ext uri="{FF2B5EF4-FFF2-40B4-BE49-F238E27FC236}">
                  <a16:creationId xmlns:a16="http://schemas.microsoft.com/office/drawing/2014/main" id="{CF83CC56-4D0F-62A5-5084-E3D794849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33B51CB9-B9BF-8701-6AA2-3A42FB073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44" name="Grafik 143">
              <a:extLst>
                <a:ext uri="{FF2B5EF4-FFF2-40B4-BE49-F238E27FC236}">
                  <a16:creationId xmlns:a16="http://schemas.microsoft.com/office/drawing/2014/main" id="{C35C9384-9219-BC7B-72AD-2E6C1206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7C586DA9-2A8F-118A-D0EC-C6739FD1307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151" name="Grafik 150">
              <a:extLst>
                <a:ext uri="{FF2B5EF4-FFF2-40B4-BE49-F238E27FC236}">
                  <a16:creationId xmlns:a16="http://schemas.microsoft.com/office/drawing/2014/main" id="{5E0E661D-C06C-CA33-5891-4C6F7AB7D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52" name="Grafik 151">
              <a:extLst>
                <a:ext uri="{FF2B5EF4-FFF2-40B4-BE49-F238E27FC236}">
                  <a16:creationId xmlns:a16="http://schemas.microsoft.com/office/drawing/2014/main" id="{1F9B68CB-DA84-EE27-F821-BD61265D3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53" name="Grafik 152">
              <a:extLst>
                <a:ext uri="{FF2B5EF4-FFF2-40B4-BE49-F238E27FC236}">
                  <a16:creationId xmlns:a16="http://schemas.microsoft.com/office/drawing/2014/main" id="{9DF3B05E-A429-938A-5893-18FEF4902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279184C9-B507-C5A5-F8B8-4CAB1151E96B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59" name="Rechteck 158">
                <a:extLst>
                  <a:ext uri="{FF2B5EF4-FFF2-40B4-BE49-F238E27FC236}">
                    <a16:creationId xmlns:a16="http://schemas.microsoft.com/office/drawing/2014/main" id="{E7BBF8C4-1EE6-B33D-61BA-E3B42BD9D7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0" name="Gruppieren 159">
                <a:extLst>
                  <a:ext uri="{FF2B5EF4-FFF2-40B4-BE49-F238E27FC236}">
                    <a16:creationId xmlns:a16="http://schemas.microsoft.com/office/drawing/2014/main" id="{4B86D1D0-A781-6AB8-8EB5-F5047038C1B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18F9097A-E8D8-93F1-174B-F917A4BBD0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26D6526B-1F0A-9D4D-A683-87F2DA990E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B3B75BBB-F7E5-C5C6-4E71-CD21B75A98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55" name="Gerader Verbinder 154">
              <a:extLst>
                <a:ext uri="{FF2B5EF4-FFF2-40B4-BE49-F238E27FC236}">
                  <a16:creationId xmlns:a16="http://schemas.microsoft.com/office/drawing/2014/main" id="{E24B07D6-2DA1-0568-51A7-675CF6659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56" name="Grafik 155">
              <a:extLst>
                <a:ext uri="{FF2B5EF4-FFF2-40B4-BE49-F238E27FC236}">
                  <a16:creationId xmlns:a16="http://schemas.microsoft.com/office/drawing/2014/main" id="{07A36702-89DA-DE19-FA54-8DE60962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57" name="Grafik 156">
              <a:extLst>
                <a:ext uri="{FF2B5EF4-FFF2-40B4-BE49-F238E27FC236}">
                  <a16:creationId xmlns:a16="http://schemas.microsoft.com/office/drawing/2014/main" id="{33D54FB8-7C69-8976-66A0-22DBDCF40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58" name="Grafik 157">
              <a:extLst>
                <a:ext uri="{FF2B5EF4-FFF2-40B4-BE49-F238E27FC236}">
                  <a16:creationId xmlns:a16="http://schemas.microsoft.com/office/drawing/2014/main" id="{CB9B088E-E134-1FAA-D16F-36B033A7E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64" name="Gruppieren 163">
            <a:extLst>
              <a:ext uri="{FF2B5EF4-FFF2-40B4-BE49-F238E27FC236}">
                <a16:creationId xmlns:a16="http://schemas.microsoft.com/office/drawing/2014/main" id="{691E81F5-01B3-AB06-3FF2-16A778915BE2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165" name="Grafik 164">
              <a:extLst>
                <a:ext uri="{FF2B5EF4-FFF2-40B4-BE49-F238E27FC236}">
                  <a16:creationId xmlns:a16="http://schemas.microsoft.com/office/drawing/2014/main" id="{6A4DB11E-C291-F468-DEB0-483B4125D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66" name="Grafik 165">
              <a:extLst>
                <a:ext uri="{FF2B5EF4-FFF2-40B4-BE49-F238E27FC236}">
                  <a16:creationId xmlns:a16="http://schemas.microsoft.com/office/drawing/2014/main" id="{314B31C1-35E4-1B1E-F2A1-7871E939D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67" name="Grafik 166">
              <a:extLst>
                <a:ext uri="{FF2B5EF4-FFF2-40B4-BE49-F238E27FC236}">
                  <a16:creationId xmlns:a16="http://schemas.microsoft.com/office/drawing/2014/main" id="{9E68FED3-D387-4C71-1507-98885EEDA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68" name="Gruppieren 167">
              <a:extLst>
                <a:ext uri="{FF2B5EF4-FFF2-40B4-BE49-F238E27FC236}">
                  <a16:creationId xmlns:a16="http://schemas.microsoft.com/office/drawing/2014/main" id="{C2DA480E-B0B5-6061-D07F-E639D5A63848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73" name="Rechteck 172">
                <a:extLst>
                  <a:ext uri="{FF2B5EF4-FFF2-40B4-BE49-F238E27FC236}">
                    <a16:creationId xmlns:a16="http://schemas.microsoft.com/office/drawing/2014/main" id="{1EDFCD5A-5CB2-6F51-F750-4DD6D6570799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74" name="Gruppieren 173">
                <a:extLst>
                  <a:ext uri="{FF2B5EF4-FFF2-40B4-BE49-F238E27FC236}">
                    <a16:creationId xmlns:a16="http://schemas.microsoft.com/office/drawing/2014/main" id="{A16B2EED-E6FF-EDFD-D3F4-F9385C61772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75" name="Grafik 174">
                  <a:extLst>
                    <a:ext uri="{FF2B5EF4-FFF2-40B4-BE49-F238E27FC236}">
                      <a16:creationId xmlns:a16="http://schemas.microsoft.com/office/drawing/2014/main" id="{638C83D4-E4E6-5656-5575-505161FC13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FE11D574-4865-1CD7-13B6-D335EAEED9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65B81943-0E59-7C31-B329-6E1C6411AD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69" name="Gerader Verbinder 168">
              <a:extLst>
                <a:ext uri="{FF2B5EF4-FFF2-40B4-BE49-F238E27FC236}">
                  <a16:creationId xmlns:a16="http://schemas.microsoft.com/office/drawing/2014/main" id="{D31BFFF0-2D9A-E54C-776B-8F92ADA677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70" name="Grafik 169">
              <a:extLst>
                <a:ext uri="{FF2B5EF4-FFF2-40B4-BE49-F238E27FC236}">
                  <a16:creationId xmlns:a16="http://schemas.microsoft.com/office/drawing/2014/main" id="{4F86B770-C5CA-5A77-D6B0-24997C66D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71" name="Grafik 170">
              <a:extLst>
                <a:ext uri="{FF2B5EF4-FFF2-40B4-BE49-F238E27FC236}">
                  <a16:creationId xmlns:a16="http://schemas.microsoft.com/office/drawing/2014/main" id="{7A385037-E90B-5C2E-6C58-EEA23BA49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72" name="Grafik 171">
              <a:extLst>
                <a:ext uri="{FF2B5EF4-FFF2-40B4-BE49-F238E27FC236}">
                  <a16:creationId xmlns:a16="http://schemas.microsoft.com/office/drawing/2014/main" id="{58423C0D-8A23-B89F-8FD1-E23E48858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78" name="Gruppieren 177">
            <a:extLst>
              <a:ext uri="{FF2B5EF4-FFF2-40B4-BE49-F238E27FC236}">
                <a16:creationId xmlns:a16="http://schemas.microsoft.com/office/drawing/2014/main" id="{BB0AABAF-A625-C1B5-CFF5-5C1F4379383E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179" name="Grafik 178">
              <a:extLst>
                <a:ext uri="{FF2B5EF4-FFF2-40B4-BE49-F238E27FC236}">
                  <a16:creationId xmlns:a16="http://schemas.microsoft.com/office/drawing/2014/main" id="{0E1383C1-3B60-E05A-EFF4-8BAE267FC2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80" name="Grafik 179">
              <a:extLst>
                <a:ext uri="{FF2B5EF4-FFF2-40B4-BE49-F238E27FC236}">
                  <a16:creationId xmlns:a16="http://schemas.microsoft.com/office/drawing/2014/main" id="{6D13AE9F-1482-D0B7-2B6C-57546639C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81" name="Grafik 180">
              <a:extLst>
                <a:ext uri="{FF2B5EF4-FFF2-40B4-BE49-F238E27FC236}">
                  <a16:creationId xmlns:a16="http://schemas.microsoft.com/office/drawing/2014/main" id="{3C38E592-FF1D-FBDC-5916-AFB497D20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82" name="Gruppieren 181">
              <a:extLst>
                <a:ext uri="{FF2B5EF4-FFF2-40B4-BE49-F238E27FC236}">
                  <a16:creationId xmlns:a16="http://schemas.microsoft.com/office/drawing/2014/main" id="{B421914F-7FB7-CE09-0DB4-D734249150C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F5BC0A5E-76D9-F744-9963-C7FB0CC39B4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02924068-5C81-8ECB-C573-974CDA9ABA3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89" name="Grafik 188">
                  <a:extLst>
                    <a:ext uri="{FF2B5EF4-FFF2-40B4-BE49-F238E27FC236}">
                      <a16:creationId xmlns:a16="http://schemas.microsoft.com/office/drawing/2014/main" id="{CA08BB72-2E78-459D-2A51-8AE4E72578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90" name="Grafik 189">
                  <a:extLst>
                    <a:ext uri="{FF2B5EF4-FFF2-40B4-BE49-F238E27FC236}">
                      <a16:creationId xmlns:a16="http://schemas.microsoft.com/office/drawing/2014/main" id="{BBA5E5C2-7557-1538-7F1D-194EB316BA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91" name="Grafik 190">
                  <a:extLst>
                    <a:ext uri="{FF2B5EF4-FFF2-40B4-BE49-F238E27FC236}">
                      <a16:creationId xmlns:a16="http://schemas.microsoft.com/office/drawing/2014/main" id="{E2DAD4CD-3A1C-197A-1A51-71DB0D600B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83" name="Gerader Verbinder 182">
              <a:extLst>
                <a:ext uri="{FF2B5EF4-FFF2-40B4-BE49-F238E27FC236}">
                  <a16:creationId xmlns:a16="http://schemas.microsoft.com/office/drawing/2014/main" id="{E6447E12-422D-2576-E007-17045AD00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84" name="Grafik 183">
              <a:extLst>
                <a:ext uri="{FF2B5EF4-FFF2-40B4-BE49-F238E27FC236}">
                  <a16:creationId xmlns:a16="http://schemas.microsoft.com/office/drawing/2014/main" id="{8554AE2A-0A05-6B4D-4547-D21F46379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18C3D5D4-0346-A11A-B6D1-6E0F1075E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4157268D-5252-B76A-8573-24B2A2CF0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92" name="Gruppieren 191">
            <a:extLst>
              <a:ext uri="{FF2B5EF4-FFF2-40B4-BE49-F238E27FC236}">
                <a16:creationId xmlns:a16="http://schemas.microsoft.com/office/drawing/2014/main" id="{108B4162-E56C-4018-42C7-12A382BAD36F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648976CA-9FE9-48FB-6E06-836058007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94" name="Grafik 193">
              <a:extLst>
                <a:ext uri="{FF2B5EF4-FFF2-40B4-BE49-F238E27FC236}">
                  <a16:creationId xmlns:a16="http://schemas.microsoft.com/office/drawing/2014/main" id="{EA13AFC3-1BFF-7E5D-F177-A51011BE6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95" name="Grafik 194">
              <a:extLst>
                <a:ext uri="{FF2B5EF4-FFF2-40B4-BE49-F238E27FC236}">
                  <a16:creationId xmlns:a16="http://schemas.microsoft.com/office/drawing/2014/main" id="{04E2FBD7-EF62-7EC8-556F-787B1D20A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96" name="Gruppieren 195">
              <a:extLst>
                <a:ext uri="{FF2B5EF4-FFF2-40B4-BE49-F238E27FC236}">
                  <a16:creationId xmlns:a16="http://schemas.microsoft.com/office/drawing/2014/main" id="{0F1EB382-312B-79C0-A6A5-7169540137B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01" name="Rechteck 200">
                <a:extLst>
                  <a:ext uri="{FF2B5EF4-FFF2-40B4-BE49-F238E27FC236}">
                    <a16:creationId xmlns:a16="http://schemas.microsoft.com/office/drawing/2014/main" id="{8FABBA55-0E67-32BA-6AB7-DDD2FCCB65C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02" name="Gruppieren 201">
                <a:extLst>
                  <a:ext uri="{FF2B5EF4-FFF2-40B4-BE49-F238E27FC236}">
                    <a16:creationId xmlns:a16="http://schemas.microsoft.com/office/drawing/2014/main" id="{05C1AAD2-9E46-67B5-A852-7C1200DF70C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03" name="Grafik 202">
                  <a:extLst>
                    <a:ext uri="{FF2B5EF4-FFF2-40B4-BE49-F238E27FC236}">
                      <a16:creationId xmlns:a16="http://schemas.microsoft.com/office/drawing/2014/main" id="{DB99C55F-25AE-EDDA-222E-C29FD7A492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04" name="Grafik 203">
                  <a:extLst>
                    <a:ext uri="{FF2B5EF4-FFF2-40B4-BE49-F238E27FC236}">
                      <a16:creationId xmlns:a16="http://schemas.microsoft.com/office/drawing/2014/main" id="{B2CADBC0-7C56-5670-5CED-BE4DCD55D4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05" name="Grafik 204">
                  <a:extLst>
                    <a:ext uri="{FF2B5EF4-FFF2-40B4-BE49-F238E27FC236}">
                      <a16:creationId xmlns:a16="http://schemas.microsoft.com/office/drawing/2014/main" id="{52F9EBA4-5987-4028-D83E-9EC2587EBB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ED5AB53E-A235-5380-0863-4C3768684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98" name="Grafik 197">
              <a:extLst>
                <a:ext uri="{FF2B5EF4-FFF2-40B4-BE49-F238E27FC236}">
                  <a16:creationId xmlns:a16="http://schemas.microsoft.com/office/drawing/2014/main" id="{E5185D51-6007-C0C1-FE0C-4FE250FE5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99" name="Grafik 198">
              <a:extLst>
                <a:ext uri="{FF2B5EF4-FFF2-40B4-BE49-F238E27FC236}">
                  <a16:creationId xmlns:a16="http://schemas.microsoft.com/office/drawing/2014/main" id="{F7837AFD-2993-B876-9D25-DD2B1DF93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00" name="Grafik 199">
              <a:extLst>
                <a:ext uri="{FF2B5EF4-FFF2-40B4-BE49-F238E27FC236}">
                  <a16:creationId xmlns:a16="http://schemas.microsoft.com/office/drawing/2014/main" id="{3951DEB1-3DBB-42AE-B339-E878909FD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F53A94B2-1CC7-05CA-5E30-9B63F824F553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207" name="Grafik 206">
              <a:extLst>
                <a:ext uri="{FF2B5EF4-FFF2-40B4-BE49-F238E27FC236}">
                  <a16:creationId xmlns:a16="http://schemas.microsoft.com/office/drawing/2014/main" id="{44A882B0-89C8-7247-3574-A133041F1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08" name="Grafik 207">
              <a:extLst>
                <a:ext uri="{FF2B5EF4-FFF2-40B4-BE49-F238E27FC236}">
                  <a16:creationId xmlns:a16="http://schemas.microsoft.com/office/drawing/2014/main" id="{7919BE42-AF3B-D7EB-E70B-9C200765A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09" name="Grafik 208">
              <a:extLst>
                <a:ext uri="{FF2B5EF4-FFF2-40B4-BE49-F238E27FC236}">
                  <a16:creationId xmlns:a16="http://schemas.microsoft.com/office/drawing/2014/main" id="{EEC27134-8BA8-389D-745D-57D3029B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31A3B37B-AD14-85B2-D585-8BC007A7EAB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15" name="Rechteck 214">
                <a:extLst>
                  <a:ext uri="{FF2B5EF4-FFF2-40B4-BE49-F238E27FC236}">
                    <a16:creationId xmlns:a16="http://schemas.microsoft.com/office/drawing/2014/main" id="{D7C4E796-FDA1-5F63-04A2-2F6EC12420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16" name="Gruppieren 215">
                <a:extLst>
                  <a:ext uri="{FF2B5EF4-FFF2-40B4-BE49-F238E27FC236}">
                    <a16:creationId xmlns:a16="http://schemas.microsoft.com/office/drawing/2014/main" id="{60A3EC84-356E-74D6-5B2D-3768934435B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17" name="Grafik 216">
                  <a:extLst>
                    <a:ext uri="{FF2B5EF4-FFF2-40B4-BE49-F238E27FC236}">
                      <a16:creationId xmlns:a16="http://schemas.microsoft.com/office/drawing/2014/main" id="{6A5266BD-B81C-E55C-BF36-0B3C9256DE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18" name="Grafik 217">
                  <a:extLst>
                    <a:ext uri="{FF2B5EF4-FFF2-40B4-BE49-F238E27FC236}">
                      <a16:creationId xmlns:a16="http://schemas.microsoft.com/office/drawing/2014/main" id="{22CDAC40-EC99-ED20-D79F-20698473A7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19" name="Grafik 218">
                  <a:extLst>
                    <a:ext uri="{FF2B5EF4-FFF2-40B4-BE49-F238E27FC236}">
                      <a16:creationId xmlns:a16="http://schemas.microsoft.com/office/drawing/2014/main" id="{65B05640-1D18-07A7-8A12-B31A914BCB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11" name="Gerader Verbinder 210">
              <a:extLst>
                <a:ext uri="{FF2B5EF4-FFF2-40B4-BE49-F238E27FC236}">
                  <a16:creationId xmlns:a16="http://schemas.microsoft.com/office/drawing/2014/main" id="{18514E08-AA10-4D96-EC24-51EF05AA9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12" name="Grafik 211">
              <a:extLst>
                <a:ext uri="{FF2B5EF4-FFF2-40B4-BE49-F238E27FC236}">
                  <a16:creationId xmlns:a16="http://schemas.microsoft.com/office/drawing/2014/main" id="{24B0F2AD-341D-494A-1253-6F0E91F59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13" name="Grafik 212">
              <a:extLst>
                <a:ext uri="{FF2B5EF4-FFF2-40B4-BE49-F238E27FC236}">
                  <a16:creationId xmlns:a16="http://schemas.microsoft.com/office/drawing/2014/main" id="{C9E62BA5-E2EF-C45A-C5DC-B78B78822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14" name="Grafik 213">
              <a:extLst>
                <a:ext uri="{FF2B5EF4-FFF2-40B4-BE49-F238E27FC236}">
                  <a16:creationId xmlns:a16="http://schemas.microsoft.com/office/drawing/2014/main" id="{AA9A65A0-FF9C-E9E5-2D4B-869F1C6300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B2210BCA-7409-DB6F-9BA5-75E9CACD3A94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221" name="Grafik 220">
              <a:extLst>
                <a:ext uri="{FF2B5EF4-FFF2-40B4-BE49-F238E27FC236}">
                  <a16:creationId xmlns:a16="http://schemas.microsoft.com/office/drawing/2014/main" id="{1AF7B392-7310-D958-ED6E-91720CC23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22" name="Grafik 221">
              <a:extLst>
                <a:ext uri="{FF2B5EF4-FFF2-40B4-BE49-F238E27FC236}">
                  <a16:creationId xmlns:a16="http://schemas.microsoft.com/office/drawing/2014/main" id="{C657E597-75C1-413A-AFEA-38A3358D6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23" name="Grafik 222">
              <a:extLst>
                <a:ext uri="{FF2B5EF4-FFF2-40B4-BE49-F238E27FC236}">
                  <a16:creationId xmlns:a16="http://schemas.microsoft.com/office/drawing/2014/main" id="{B31A02D8-877C-10AC-1879-5CB6099F7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24" name="Gruppieren 223">
              <a:extLst>
                <a:ext uri="{FF2B5EF4-FFF2-40B4-BE49-F238E27FC236}">
                  <a16:creationId xmlns:a16="http://schemas.microsoft.com/office/drawing/2014/main" id="{F976CBAC-A4A3-BED3-1CE0-EA430186931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29" name="Rechteck 228">
                <a:extLst>
                  <a:ext uri="{FF2B5EF4-FFF2-40B4-BE49-F238E27FC236}">
                    <a16:creationId xmlns:a16="http://schemas.microsoft.com/office/drawing/2014/main" id="{8C615C79-C16C-FBDA-E321-C992059FA98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259B4731-B9F1-E8A0-B27F-01C16A44A8F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E305A64E-DD57-D78B-8B18-ACDB2E104C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32" name="Grafik 231">
                  <a:extLst>
                    <a:ext uri="{FF2B5EF4-FFF2-40B4-BE49-F238E27FC236}">
                      <a16:creationId xmlns:a16="http://schemas.microsoft.com/office/drawing/2014/main" id="{B9518325-EDA9-045A-64CE-DBE271E909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33" name="Grafik 232">
                  <a:extLst>
                    <a:ext uri="{FF2B5EF4-FFF2-40B4-BE49-F238E27FC236}">
                      <a16:creationId xmlns:a16="http://schemas.microsoft.com/office/drawing/2014/main" id="{8D530FF4-522B-9FE7-4C28-82E7AFDF2C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25" name="Gerader Verbinder 224">
              <a:extLst>
                <a:ext uri="{FF2B5EF4-FFF2-40B4-BE49-F238E27FC236}">
                  <a16:creationId xmlns:a16="http://schemas.microsoft.com/office/drawing/2014/main" id="{D26FE4CF-1C9F-A947-D72E-D6AF13C19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26" name="Grafik 225">
              <a:extLst>
                <a:ext uri="{FF2B5EF4-FFF2-40B4-BE49-F238E27FC236}">
                  <a16:creationId xmlns:a16="http://schemas.microsoft.com/office/drawing/2014/main" id="{6FA8DBB7-D431-4186-A954-ECE316E17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27" name="Grafik 226">
              <a:extLst>
                <a:ext uri="{FF2B5EF4-FFF2-40B4-BE49-F238E27FC236}">
                  <a16:creationId xmlns:a16="http://schemas.microsoft.com/office/drawing/2014/main" id="{194A5247-7574-11D5-3852-E1DB24C7D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28" name="Grafik 227">
              <a:extLst>
                <a:ext uri="{FF2B5EF4-FFF2-40B4-BE49-F238E27FC236}">
                  <a16:creationId xmlns:a16="http://schemas.microsoft.com/office/drawing/2014/main" id="{FEACEC88-D226-2154-78A1-6A0DBBAA1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5412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D65E3E1-D697-0049-E7BA-337E365019EC}"/>
              </a:ext>
            </a:extLst>
          </p:cNvPr>
          <p:cNvSpPr/>
          <p:nvPr/>
        </p:nvSpPr>
        <p:spPr>
          <a:xfrm rot="5400000">
            <a:off x="845977" y="-460310"/>
            <a:ext cx="335902" cy="15177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 err="1">
                <a:solidFill>
                  <a:schemeClr val="tx1"/>
                </a:solidFill>
              </a:rPr>
              <a:t>regardAttributeValueChange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48F7B87-102B-43B4-B75A-A7074C196A38}"/>
              </a:ext>
            </a:extLst>
          </p:cNvPr>
          <p:cNvSpPr/>
          <p:nvPr/>
        </p:nvSpPr>
        <p:spPr>
          <a:xfrm>
            <a:off x="516293" y="957943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0F1C8E2-BDF7-EAD8-C21E-6367E410F0B7}"/>
              </a:ext>
            </a:extLst>
          </p:cNvPr>
          <p:cNvSpPr/>
          <p:nvPr/>
        </p:nvSpPr>
        <p:spPr>
          <a:xfrm>
            <a:off x="696683" y="1069910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133354E-C013-07FB-3B4C-725193DFF64E}"/>
              </a:ext>
            </a:extLst>
          </p:cNvPr>
          <p:cNvSpPr/>
          <p:nvPr/>
        </p:nvSpPr>
        <p:spPr>
          <a:xfrm>
            <a:off x="920619" y="1250302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B2F21CDA-3F82-D42B-08D8-195210AA21F4}"/>
              </a:ext>
            </a:extLst>
          </p:cNvPr>
          <p:cNvCxnSpPr>
            <a:stCxn id="2" idx="3"/>
            <a:endCxn id="3" idx="0"/>
          </p:cNvCxnSpPr>
          <p:nvPr/>
        </p:nvCxnSpPr>
        <p:spPr>
          <a:xfrm rot="5400000">
            <a:off x="603380" y="547395"/>
            <a:ext cx="491412" cy="329684"/>
          </a:xfrm>
          <a:prstGeom prst="curvedConnector5">
            <a:avLst>
              <a:gd name="adj1" fmla="val 46519"/>
              <a:gd name="adj2" fmla="val 220282"/>
              <a:gd name="adj3" fmla="val 5348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BF7B0B40-7F13-0C31-6975-C887924B6E20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 rot="5400000">
            <a:off x="637592" y="693573"/>
            <a:ext cx="603379" cy="14929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8D03E263-DDB7-77AE-098C-1E67F73392BB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 rot="16200000" flipH="1">
            <a:off x="659364" y="821095"/>
            <a:ext cx="783771" cy="7464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A498E919-AE6F-2779-A037-7962CF957D45}"/>
              </a:ext>
            </a:extLst>
          </p:cNvPr>
          <p:cNvSpPr/>
          <p:nvPr/>
        </p:nvSpPr>
        <p:spPr>
          <a:xfrm>
            <a:off x="1673288" y="1430694"/>
            <a:ext cx="335902" cy="239485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gib mir Liste von </a:t>
            </a:r>
            <a:r>
              <a:rPr lang="de-DE" sz="900" dirty="0" err="1">
                <a:solidFill>
                  <a:schemeClr val="tx1"/>
                </a:solidFill>
              </a:rPr>
              <a:t>zubearbeitenden</a:t>
            </a:r>
            <a:r>
              <a:rPr lang="de-DE" sz="900" dirty="0">
                <a:solidFill>
                  <a:schemeClr val="tx1"/>
                </a:solidFill>
              </a:rPr>
              <a:t> AI und EC</a:t>
            </a:r>
          </a:p>
        </p:txBody>
      </p:sp>
      <p:cxnSp>
        <p:nvCxnSpPr>
          <p:cNvPr id="30" name="Verbinder: gekrümmt 29">
            <a:extLst>
              <a:ext uri="{FF2B5EF4-FFF2-40B4-BE49-F238E27FC236}">
                <a16:creationId xmlns:a16="http://schemas.microsoft.com/office/drawing/2014/main" id="{68E73965-D915-5FB2-EEEA-BFD71061E5A6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1256521" y="2628123"/>
            <a:ext cx="416767" cy="13995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04A3E14-7F6A-0264-DE30-92EA9383D52C}"/>
              </a:ext>
            </a:extLst>
          </p:cNvPr>
          <p:cNvSpPr txBox="1"/>
          <p:nvPr/>
        </p:nvSpPr>
        <p:spPr>
          <a:xfrm>
            <a:off x="2009190" y="520578"/>
            <a:ext cx="46939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Nutzt </a:t>
            </a:r>
            <a:r>
              <a:rPr lang="de-DE" sz="1000" dirty="0" err="1"/>
              <a:t>fields</a:t>
            </a:r>
            <a:r>
              <a:rPr lang="de-DE" sz="1000" dirty="0"/>
              <a:t> </a:t>
            </a:r>
            <a:r>
              <a:rPr lang="de-DE" sz="1000" dirty="0" err="1"/>
              <a:t>filter</a:t>
            </a:r>
            <a:r>
              <a:rPr lang="de-DE" sz="1000" dirty="0"/>
              <a:t> auf CC und ermittelt Referenzen auf alle AI/EC</a:t>
            </a:r>
          </a:p>
          <a:p>
            <a:r>
              <a:rPr lang="de-DE" sz="1000" dirty="0"/>
              <a:t>Ruft für jedes AI/EC dazu auf, die neuen PM Daten zu destillieren</a:t>
            </a:r>
          </a:p>
          <a:p>
            <a:r>
              <a:rPr lang="de-DE" sz="1000" dirty="0"/>
              <a:t>IF </a:t>
            </a:r>
            <a:r>
              <a:rPr lang="de-DE" sz="1000" dirty="0" err="1"/>
              <a:t>PmDaten.anzahl</a:t>
            </a:r>
            <a:r>
              <a:rPr lang="de-DE" sz="1000" dirty="0"/>
              <a:t> == 0 =&gt; lösche Referenz von Liste</a:t>
            </a:r>
          </a:p>
          <a:p>
            <a:r>
              <a:rPr lang="de-DE" sz="1000" dirty="0"/>
              <a:t>Für alle Referenzen mit </a:t>
            </a:r>
            <a:r>
              <a:rPr lang="de-DE" sz="1000" dirty="0" err="1"/>
              <a:t>PmDaten.anzahl</a:t>
            </a:r>
            <a:r>
              <a:rPr lang="de-DE" sz="1000" dirty="0"/>
              <a:t> &gt; 0 ergänze Referenz mit </a:t>
            </a:r>
            <a:r>
              <a:rPr lang="de-DE" sz="1000" dirty="0" err="1"/>
              <a:t>pmDaten</a:t>
            </a:r>
            <a:endParaRPr lang="de-DE" sz="1000" dirty="0"/>
          </a:p>
          <a:p>
            <a:r>
              <a:rPr lang="de-DE" sz="1000" dirty="0"/>
              <a:t>Return Liste mit Referenzen auf alle AI/EC mit </a:t>
            </a:r>
            <a:r>
              <a:rPr lang="de-DE" sz="1000" dirty="0" err="1"/>
              <a:t>PmDaten.anzahl</a:t>
            </a:r>
            <a:r>
              <a:rPr lang="de-DE" sz="1000" dirty="0"/>
              <a:t> &gt; 0  (incl. </a:t>
            </a:r>
            <a:r>
              <a:rPr lang="de-DE" sz="1000" dirty="0" err="1"/>
              <a:t>pmDaten</a:t>
            </a:r>
            <a:r>
              <a:rPr lang="de-DE" sz="1000" dirty="0"/>
              <a:t>)</a:t>
            </a:r>
          </a:p>
          <a:p>
            <a:r>
              <a:rPr lang="de-DE" sz="1000" dirty="0"/>
              <a:t> 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5FF2306-46F6-2558-B402-EF55EEB85435}"/>
              </a:ext>
            </a:extLst>
          </p:cNvPr>
          <p:cNvSpPr/>
          <p:nvPr/>
        </p:nvSpPr>
        <p:spPr>
          <a:xfrm>
            <a:off x="2500602" y="1597090"/>
            <a:ext cx="335902" cy="175726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destilliere neue PM Daten</a:t>
            </a:r>
          </a:p>
        </p:txBody>
      </p:sp>
      <p:cxnSp>
        <p:nvCxnSpPr>
          <p:cNvPr id="35" name="Verbinder: gekrümmt 34">
            <a:extLst>
              <a:ext uri="{FF2B5EF4-FFF2-40B4-BE49-F238E27FC236}">
                <a16:creationId xmlns:a16="http://schemas.microsoft.com/office/drawing/2014/main" id="{D99D56AF-3841-7BF1-EE5F-3C802918EB45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 flipV="1">
            <a:off x="2009190" y="2475722"/>
            <a:ext cx="491412" cy="15240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5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5801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39191" y="4926229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339191" y="602773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regardAttributeValueChange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B8791D49-A255-CA2B-2F90-6CDBCC70F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615009"/>
            <a:ext cx="213481" cy="21348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6EB7DF31-A062-70D1-ABB5-50910FD87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0109" y="4751510"/>
            <a:ext cx="213481" cy="213481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FECE2EDB-88E1-F736-5B22-27A9D10C89D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854726"/>
            <a:ext cx="213481" cy="213481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18598456-6978-C4DB-24E6-FE9AAEFBE5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45017" y="4961466"/>
            <a:ext cx="213481" cy="213481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1072DBDD-964C-D81E-1F64-AD9CE44B01C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6" y="5034600"/>
            <a:ext cx="213481" cy="21348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9572FB75-7C0C-9064-B7D1-779DC69041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04989" y="4858250"/>
            <a:ext cx="213481" cy="213481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D147701-C1B1-E212-EBAB-7CB95B2AE4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21896" y="4721833"/>
            <a:ext cx="213481" cy="213481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2AF753C8-D658-E7BE-68F2-DA3294DB378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34878" y="4615008"/>
            <a:ext cx="213481" cy="213481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57710141-5877-5584-C417-F0F195DB57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3459" y="4644769"/>
            <a:ext cx="213481" cy="213481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ECB073C0-B3F3-8C89-E30D-498CBA2BFCC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2513" y="5017891"/>
            <a:ext cx="213481" cy="213481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81DF4C6D-F0D8-0019-1D95-94A9181AC4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4823" y="5034600"/>
            <a:ext cx="213481" cy="213481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A6A62A21-FEDF-788A-A1CD-99224A5D52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2090" y="4775093"/>
            <a:ext cx="213481" cy="213481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0A55734D-FBAD-0079-554E-58FD1F4C4E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45994" y="4796413"/>
            <a:ext cx="213481" cy="213481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24287945-4E1D-FB0A-5B82-7755E9B7F04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28235" y="4805081"/>
            <a:ext cx="448946" cy="443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3A858C27-A58D-98F2-D547-C30CC3DF06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4868" y="4897082"/>
            <a:ext cx="198919" cy="195335"/>
          </a:xfrm>
          <a:prstGeom prst="rect">
            <a:avLst/>
          </a:prstGeom>
        </p:spPr>
      </p:pic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F6CEF01-97CC-5179-3791-0D5374AABE14}"/>
              </a:ext>
            </a:extLst>
          </p:cNvPr>
          <p:cNvCxnSpPr/>
          <p:nvPr/>
        </p:nvCxnSpPr>
        <p:spPr>
          <a:xfrm flipH="1">
            <a:off x="11484733" y="481438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277351F-C58C-56AE-6505-BB66726B2A32}"/>
              </a:ext>
            </a:extLst>
          </p:cNvPr>
          <p:cNvCxnSpPr>
            <a:cxnSpLocks/>
          </p:cNvCxnSpPr>
          <p:nvPr/>
        </p:nvCxnSpPr>
        <p:spPr>
          <a:xfrm>
            <a:off x="11553247" y="482848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6500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noProof="0" dirty="0"/>
              <a:t>Die Warteperiode beginnt mit dem Erhalt der </a:t>
            </a:r>
            <a:r>
              <a:rPr lang="de-DE" sz="800" dirty="0"/>
              <a:t>1. AVC </a:t>
            </a:r>
            <a:r>
              <a:rPr lang="de-DE" sz="800" dirty="0" err="1"/>
              <a:t>Notification</a:t>
            </a:r>
            <a:br>
              <a:rPr lang="de-DE" sz="800" dirty="0"/>
            </a:br>
            <a:r>
              <a:rPr lang="de-DE" sz="800" dirty="0"/>
              <a:t>(d.h. eine Phase, in der keine </a:t>
            </a:r>
            <a:r>
              <a:rPr lang="de-DE" sz="800" dirty="0" err="1"/>
              <a:t>Notifications</a:t>
            </a:r>
            <a:r>
              <a:rPr lang="de-DE" sz="800" dirty="0"/>
              <a:t> eintreffen, führt nicht zur Verlängerung der Periodendauer)</a:t>
            </a:r>
            <a:endParaRPr lang="de-DE" sz="800" noProof="0" dirty="0"/>
          </a:p>
          <a:p>
            <a:endParaRPr lang="de-DE" sz="800" dirty="0"/>
          </a:p>
          <a:p>
            <a:r>
              <a:rPr lang="de-DE" sz="800" noProof="0" dirty="0"/>
              <a:t>Erwartete Periodenlänge zum Zeitpunkt t=0 : Te</a:t>
            </a:r>
            <a:r>
              <a:rPr lang="de-DE" sz="800" baseline="-25000" noProof="0" dirty="0"/>
              <a:t>0</a:t>
            </a:r>
            <a:r>
              <a:rPr lang="de-DE" sz="800" noProof="0" dirty="0"/>
              <a:t> = 0s</a:t>
            </a:r>
          </a:p>
          <a:p>
            <a:r>
              <a:rPr lang="de-DE" sz="800" dirty="0"/>
              <a:t>Zeitpunkt der ersten Abfrage von DPMDP auf Wert in 1. AVC </a:t>
            </a:r>
            <a:r>
              <a:rPr lang="de-DE" sz="800" dirty="0" err="1"/>
              <a:t>Notification</a:t>
            </a:r>
            <a:r>
              <a:rPr lang="de-DE" sz="800" dirty="0"/>
              <a:t> : Ta1 = Te</a:t>
            </a:r>
            <a:r>
              <a:rPr lang="de-DE" sz="800" baseline="-25000" dirty="0"/>
              <a:t>(n-1)</a:t>
            </a:r>
            <a:r>
              <a:rPr lang="de-DE" sz="800" dirty="0"/>
              <a:t> – 5s</a:t>
            </a:r>
          </a:p>
          <a:p>
            <a:r>
              <a:rPr lang="de-DE" sz="800" dirty="0"/>
              <a:t>Zeitpunkt Zwangsstart der Workflows aller betroffenen Geräte : Tz = Te</a:t>
            </a:r>
            <a:r>
              <a:rPr lang="de-DE" sz="800" baseline="-25000" dirty="0"/>
              <a:t>(n-1)</a:t>
            </a:r>
            <a:r>
              <a:rPr lang="de-DE" sz="800" dirty="0"/>
              <a:t> + 10s</a:t>
            </a:r>
          </a:p>
          <a:p>
            <a:endParaRPr lang="de-DE" sz="800" dirty="0"/>
          </a:p>
          <a:p>
            <a:r>
              <a:rPr lang="de-DE" sz="800" dirty="0"/>
              <a:t>Periodenlänge zum Zeitpunkt t=n : </a:t>
            </a:r>
          </a:p>
          <a:p>
            <a:r>
              <a:rPr lang="de-DE" sz="800" dirty="0"/>
              <a:t>	Te</a:t>
            </a:r>
            <a:r>
              <a:rPr lang="de-DE" sz="800" baseline="-25000" dirty="0"/>
              <a:t>n</a:t>
            </a:r>
            <a:r>
              <a:rPr lang="de-DE" sz="800" dirty="0"/>
              <a:t> = (Te</a:t>
            </a:r>
            <a:r>
              <a:rPr lang="de-DE" sz="800" baseline="-25000" dirty="0"/>
              <a:t>(n-1)</a:t>
            </a:r>
            <a:r>
              <a:rPr lang="de-DE" sz="800" dirty="0"/>
              <a:t> – 5s) &lt;  Zeitpunkt 1. erfolgreiche Abfrage von DPMDP auf Wert der 1. AVC </a:t>
            </a:r>
            <a:r>
              <a:rPr lang="de-DE" sz="800" dirty="0" err="1"/>
              <a:t>Notification</a:t>
            </a:r>
            <a:r>
              <a:rPr lang="de-DE" sz="800" dirty="0"/>
              <a:t> in Periode n &lt; (Te</a:t>
            </a:r>
            <a:r>
              <a:rPr lang="de-DE" sz="800" baseline="-25000" dirty="0"/>
              <a:t>(n-1)</a:t>
            </a:r>
            <a:r>
              <a:rPr lang="de-DE" sz="800" dirty="0"/>
              <a:t> + 10s) </a:t>
            </a:r>
          </a:p>
          <a:p>
            <a:endParaRPr lang="de-DE" sz="800" noProof="0" dirty="0"/>
          </a:p>
          <a:p>
            <a:r>
              <a:rPr lang="de-DE" sz="800" noProof="0" dirty="0"/>
              <a:t>Geräte, die in Periode n bearbeitet wurden, sind </a:t>
            </a:r>
            <a:r>
              <a:rPr lang="de-DE" sz="800" dirty="0"/>
              <a:t>für Periode n +1 gesperrt (Grund: Nachzügler </a:t>
            </a:r>
            <a:r>
              <a:rPr lang="de-DE" sz="800" dirty="0" err="1"/>
              <a:t>Notifications</a:t>
            </a:r>
            <a:r>
              <a:rPr lang="de-DE" sz="800" dirty="0"/>
              <a:t> könnten in nächste Periode reichen)</a:t>
            </a:r>
            <a:endParaRPr lang="de-DE" sz="800" noProof="0" dirty="0"/>
          </a:p>
        </p:txBody>
      </p:sp>
    </p:spTree>
    <p:extLst>
      <p:ext uri="{BB962C8B-B14F-4D97-AF65-F5344CB8AC3E}">
        <p14:creationId xmlns:p14="http://schemas.microsoft.com/office/powerpoint/2010/main" val="479541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880</Words>
  <Application>Microsoft Office PowerPoint</Application>
  <PresentationFormat>Breitbild</PresentationFormat>
  <Paragraphs>189</Paragraphs>
  <Slides>8</Slides>
  <Notes>7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21</cp:revision>
  <dcterms:created xsi:type="dcterms:W3CDTF">2025-09-05T09:25:10Z</dcterms:created>
  <dcterms:modified xsi:type="dcterms:W3CDTF">2025-11-28T14:30:01Z</dcterms:modified>
</cp:coreProperties>
</file>