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6" r:id="rId2"/>
    <p:sldId id="275" r:id="rId3"/>
    <p:sldId id="274" r:id="rId4"/>
    <p:sldId id="273" r:id="rId5"/>
    <p:sldId id="272" r:id="rId6"/>
    <p:sldId id="269" r:id="rId7"/>
    <p:sldId id="268" r:id="rId8"/>
    <p:sldId id="27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A6055-0BF2-40F3-B8F6-D0B2013BB3C7}" v="384" dt="2025-09-26T06:54:27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2" autoAdjust="0"/>
    <p:restoredTop sz="96422" autoAdjust="0"/>
  </p:normalViewPr>
  <p:slideViewPr>
    <p:cSldViewPr snapToGrid="0">
      <p:cViewPr varScale="1">
        <p:scale>
          <a:sx n="134" d="100"/>
          <a:sy n="134" d="100"/>
        </p:scale>
        <p:origin x="13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10FA6055-0BF2-40F3-B8F6-D0B2013BB3C7}"/>
    <pc:docChg chg="undo custSel addSld delSld modSld sldOrd">
      <pc:chgData name="Thorsten Heinze" userId="8373ecd2-b5b9-4b48-849d-3bee853f6cc0" providerId="ADAL" clId="{10FA6055-0BF2-40F3-B8F6-D0B2013BB3C7}" dt="2025-09-26T06:55:28.861" v="6377" actId="1076"/>
      <pc:docMkLst>
        <pc:docMk/>
      </pc:docMkLst>
      <pc:sldChg chg="addSp delSp modSp mod">
        <pc:chgData name="Thorsten Heinze" userId="8373ecd2-b5b9-4b48-849d-3bee853f6cc0" providerId="ADAL" clId="{10FA6055-0BF2-40F3-B8F6-D0B2013BB3C7}" dt="2025-09-15T09:24:03.118" v="3870"/>
        <pc:sldMkLst>
          <pc:docMk/>
          <pc:sldMk cId="4095345473" sldId="256"/>
        </pc:sldMkLst>
        <pc:spChg chg="mod">
          <ac:chgData name="Thorsten Heinze" userId="8373ecd2-b5b9-4b48-849d-3bee853f6cc0" providerId="ADAL" clId="{10FA6055-0BF2-40F3-B8F6-D0B2013BB3C7}" dt="2025-09-15T09:24:02.354" v="3739" actId="947"/>
          <ac:spMkLst>
            <pc:docMk/>
            <pc:sldMk cId="4095345473" sldId="256"/>
            <ac:spMk id="5" creationId="{B057B1D4-371E-109A-2A33-B228241E24AE}"/>
          </ac:spMkLst>
        </pc:spChg>
        <pc:spChg chg="mod">
          <ac:chgData name="Thorsten Heinze" userId="8373ecd2-b5b9-4b48-849d-3bee853f6cc0" providerId="ADAL" clId="{10FA6055-0BF2-40F3-B8F6-D0B2013BB3C7}" dt="2025-09-15T09:24:02.366" v="3747" actId="947"/>
          <ac:spMkLst>
            <pc:docMk/>
            <pc:sldMk cId="4095345473" sldId="256"/>
            <ac:spMk id="6" creationId="{4BECC6D6-4389-7B1E-40BC-4DCE57DE82CD}"/>
          </ac:spMkLst>
        </pc:spChg>
        <pc:spChg chg="mod">
          <ac:chgData name="Thorsten Heinze" userId="8373ecd2-b5b9-4b48-849d-3bee853f6cc0" providerId="ADAL" clId="{10FA6055-0BF2-40F3-B8F6-D0B2013BB3C7}" dt="2025-09-15T09:24:02.371" v="3751" actId="947"/>
          <ac:spMkLst>
            <pc:docMk/>
            <pc:sldMk cId="4095345473" sldId="256"/>
            <ac:spMk id="7" creationId="{07B4BC6B-86A5-7BDE-B649-8D0BF1018B19}"/>
          </ac:spMkLst>
        </pc:spChg>
        <pc:spChg chg="mod">
          <ac:chgData name="Thorsten Heinze" userId="8373ecd2-b5b9-4b48-849d-3bee853f6cc0" providerId="ADAL" clId="{10FA6055-0BF2-40F3-B8F6-D0B2013BB3C7}" dt="2025-09-15T09:24:02.374" v="3753" actId="947"/>
          <ac:spMkLst>
            <pc:docMk/>
            <pc:sldMk cId="4095345473" sldId="256"/>
            <ac:spMk id="8" creationId="{F3C2D3A7-0092-65A8-926E-CAA7D12B2D67}"/>
          </ac:spMkLst>
        </pc:spChg>
        <pc:spChg chg="mod">
          <ac:chgData name="Thorsten Heinze" userId="8373ecd2-b5b9-4b48-849d-3bee853f6cc0" providerId="ADAL" clId="{10FA6055-0BF2-40F3-B8F6-D0B2013BB3C7}" dt="2025-09-15T09:24:02.379" v="3757" actId="947"/>
          <ac:spMkLst>
            <pc:docMk/>
            <pc:sldMk cId="4095345473" sldId="256"/>
            <ac:spMk id="9" creationId="{1B62CF7F-7919-C979-085F-9D44286D34F5}"/>
          </ac:spMkLst>
        </pc:spChg>
        <pc:spChg chg="mod">
          <ac:chgData name="Thorsten Heinze" userId="8373ecd2-b5b9-4b48-849d-3bee853f6cc0" providerId="ADAL" clId="{10FA6055-0BF2-40F3-B8F6-D0B2013BB3C7}" dt="2025-09-15T09:24:02.385" v="3761" actId="947"/>
          <ac:spMkLst>
            <pc:docMk/>
            <pc:sldMk cId="4095345473" sldId="256"/>
            <ac:spMk id="10" creationId="{C6650E29-DE3A-57E3-53D3-2497B55D2F33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1" creationId="{5666CF61-C00F-92B0-393D-9C447292052A}"/>
          </ac:spMkLst>
        </pc:spChg>
        <pc:spChg chg="mod">
          <ac:chgData name="Thorsten Heinze" userId="8373ecd2-b5b9-4b48-849d-3bee853f6cc0" providerId="ADAL" clId="{10FA6055-0BF2-40F3-B8F6-D0B2013BB3C7}" dt="2025-09-15T09:24:02.359" v="3743" actId="947"/>
          <ac:spMkLst>
            <pc:docMk/>
            <pc:sldMk cId="4095345473" sldId="256"/>
            <ac:spMk id="12" creationId="{4E7DCEB6-E7DE-BC17-4C9F-4CE36311E580}"/>
          </ac:spMkLst>
        </pc:spChg>
        <pc:spChg chg="mod">
          <ac:chgData name="Thorsten Heinze" userId="8373ecd2-b5b9-4b48-849d-3bee853f6cc0" providerId="ADAL" clId="{10FA6055-0BF2-40F3-B8F6-D0B2013BB3C7}" dt="2025-09-15T09:24:02.388" v="3763" actId="947"/>
          <ac:spMkLst>
            <pc:docMk/>
            <pc:sldMk cId="4095345473" sldId="256"/>
            <ac:spMk id="13" creationId="{1BFAEFCB-9517-BDE0-632D-C26FEBFA8FE3}"/>
          </ac:spMkLst>
        </pc:spChg>
        <pc:spChg chg="add del mod">
          <ac:chgData name="Thorsten Heinze" userId="8373ecd2-b5b9-4b48-849d-3bee853f6cc0" providerId="ADAL" clId="{10FA6055-0BF2-40F3-B8F6-D0B2013BB3C7}" dt="2025-09-15T09:24:02.392" v="3765" actId="947"/>
          <ac:spMkLst>
            <pc:docMk/>
            <pc:sldMk cId="4095345473" sldId="256"/>
            <ac:spMk id="14" creationId="{CCEB0862-2E06-EBFA-6ED3-82CD80D84C51}"/>
          </ac:spMkLst>
        </pc:spChg>
        <pc:spChg chg="mod">
          <ac:chgData name="Thorsten Heinze" userId="8373ecd2-b5b9-4b48-849d-3bee853f6cc0" providerId="ADAL" clId="{10FA6055-0BF2-40F3-B8F6-D0B2013BB3C7}" dt="2025-09-15T09:24:02.363" v="3745" actId="947"/>
          <ac:spMkLst>
            <pc:docMk/>
            <pc:sldMk cId="4095345473" sldId="256"/>
            <ac:spMk id="15" creationId="{507D30F9-62B0-5485-8722-7E308FCD53D7}"/>
          </ac:spMkLst>
        </pc:spChg>
        <pc:spChg chg="mod">
          <ac:chgData name="Thorsten Heinze" userId="8373ecd2-b5b9-4b48-849d-3bee853f6cc0" providerId="ADAL" clId="{10FA6055-0BF2-40F3-B8F6-D0B2013BB3C7}" dt="2025-09-15T09:24:02.400" v="3771" actId="947"/>
          <ac:spMkLst>
            <pc:docMk/>
            <pc:sldMk cId="4095345473" sldId="256"/>
            <ac:spMk id="16" creationId="{1D5E6423-8BBF-7476-F7CD-102F39E3F2C3}"/>
          </ac:spMkLst>
        </pc:spChg>
        <pc:spChg chg="mod">
          <ac:chgData name="Thorsten Heinze" userId="8373ecd2-b5b9-4b48-849d-3bee853f6cc0" providerId="ADAL" clId="{10FA6055-0BF2-40F3-B8F6-D0B2013BB3C7}" dt="2025-09-15T09:24:02.403" v="3773" actId="947"/>
          <ac:spMkLst>
            <pc:docMk/>
            <pc:sldMk cId="4095345473" sldId="256"/>
            <ac:spMk id="17" creationId="{81E9C1C3-8CAE-5305-7715-76F8CA2214EE}"/>
          </ac:spMkLst>
        </pc:spChg>
        <pc:spChg chg="mod">
          <ac:chgData name="Thorsten Heinze" userId="8373ecd2-b5b9-4b48-849d-3bee853f6cc0" providerId="ADAL" clId="{10FA6055-0BF2-40F3-B8F6-D0B2013BB3C7}" dt="2025-09-15T09:24:02.409" v="3777" actId="947"/>
          <ac:spMkLst>
            <pc:docMk/>
            <pc:sldMk cId="4095345473" sldId="256"/>
            <ac:spMk id="18" creationId="{7556E8DE-C5E9-6461-3861-512D04886CBD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9" creationId="{CB8A2796-FE79-3F17-35A8-58E927A72F0D}"/>
          </ac:spMkLst>
        </pc:spChg>
        <pc:spChg chg="mod">
          <ac:chgData name="Thorsten Heinze" userId="8373ecd2-b5b9-4b48-849d-3bee853f6cc0" providerId="ADAL" clId="{10FA6055-0BF2-40F3-B8F6-D0B2013BB3C7}" dt="2025-09-15T09:24:02.416" v="3781" actId="947"/>
          <ac:spMkLst>
            <pc:docMk/>
            <pc:sldMk cId="4095345473" sldId="256"/>
            <ac:spMk id="20" creationId="{92677D2E-DC74-6188-4091-89698DACD039}"/>
          </ac:spMkLst>
        </pc:spChg>
        <pc:spChg chg="mod">
          <ac:chgData name="Thorsten Heinze" userId="8373ecd2-b5b9-4b48-849d-3bee853f6cc0" providerId="ADAL" clId="{10FA6055-0BF2-40F3-B8F6-D0B2013BB3C7}" dt="2025-09-15T09:24:02.429" v="3789" actId="947"/>
          <ac:spMkLst>
            <pc:docMk/>
            <pc:sldMk cId="4095345473" sldId="256"/>
            <ac:spMk id="21" creationId="{886CEA04-525B-93E8-94F1-5A6617EB9092}"/>
          </ac:spMkLst>
        </pc:spChg>
        <pc:spChg chg="mod">
          <ac:chgData name="Thorsten Heinze" userId="8373ecd2-b5b9-4b48-849d-3bee853f6cc0" providerId="ADAL" clId="{10FA6055-0BF2-40F3-B8F6-D0B2013BB3C7}" dt="2025-09-15T09:24:02.357" v="3741" actId="947"/>
          <ac:spMkLst>
            <pc:docMk/>
            <pc:sldMk cId="4095345473" sldId="256"/>
            <ac:spMk id="22" creationId="{C3B54E01-8202-2CCF-403F-785E908D783E}"/>
          </ac:spMkLst>
        </pc:spChg>
        <pc:spChg chg="mod">
          <ac:chgData name="Thorsten Heinze" userId="8373ecd2-b5b9-4b48-849d-3bee853f6cc0" providerId="ADAL" clId="{10FA6055-0BF2-40F3-B8F6-D0B2013BB3C7}" dt="2025-09-15T09:24:02.438" v="3795" actId="947"/>
          <ac:spMkLst>
            <pc:docMk/>
            <pc:sldMk cId="4095345473" sldId="256"/>
            <ac:spMk id="23" creationId="{034C7300-9B5D-0538-AC67-399A9D72EBE2}"/>
          </ac:spMkLst>
        </pc:spChg>
        <pc:spChg chg="mod">
          <ac:chgData name="Thorsten Heinze" userId="8373ecd2-b5b9-4b48-849d-3bee853f6cc0" providerId="ADAL" clId="{10FA6055-0BF2-40F3-B8F6-D0B2013BB3C7}" dt="2025-09-15T09:24:02.383" v="3759" actId="947"/>
          <ac:spMkLst>
            <pc:docMk/>
            <pc:sldMk cId="4095345473" sldId="256"/>
            <ac:spMk id="42" creationId="{9DF370F5-4156-00C3-1D6F-DCE7728E53EE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45" creationId="{AD6106AE-2ECD-8B98-F691-EAD69B8676A1}"/>
          </ac:spMkLst>
        </pc:spChg>
        <pc:spChg chg="mod">
          <ac:chgData name="Thorsten Heinze" userId="8373ecd2-b5b9-4b48-849d-3bee853f6cc0" providerId="ADAL" clId="{10FA6055-0BF2-40F3-B8F6-D0B2013BB3C7}" dt="2025-09-15T09:24:02.441" v="3797" actId="947"/>
          <ac:spMkLst>
            <pc:docMk/>
            <pc:sldMk cId="4095345473" sldId="256"/>
            <ac:spMk id="46" creationId="{ADEA9D1A-F130-FE67-A31D-469F1037B869}"/>
          </ac:spMkLst>
        </pc:spChg>
        <pc:spChg chg="mod">
          <ac:chgData name="Thorsten Heinze" userId="8373ecd2-b5b9-4b48-849d-3bee853f6cc0" providerId="ADAL" clId="{10FA6055-0BF2-40F3-B8F6-D0B2013BB3C7}" dt="2025-09-15T09:24:02.435" v="3793" actId="947"/>
          <ac:spMkLst>
            <pc:docMk/>
            <pc:sldMk cId="4095345473" sldId="256"/>
            <ac:spMk id="47" creationId="{29D82564-87B4-7DF5-2BED-433B1FB7A7B0}"/>
          </ac:spMkLst>
        </pc:spChg>
        <pc:spChg chg="mod">
          <ac:chgData name="Thorsten Heinze" userId="8373ecd2-b5b9-4b48-849d-3bee853f6cc0" providerId="ADAL" clId="{10FA6055-0BF2-40F3-B8F6-D0B2013BB3C7}" dt="2025-09-15T09:24:02.444" v="3799" actId="947"/>
          <ac:spMkLst>
            <pc:docMk/>
            <pc:sldMk cId="4095345473" sldId="256"/>
            <ac:spMk id="48" creationId="{F6C6AA0D-B44F-E9B8-D0BF-B89F7113241D}"/>
          </ac:spMkLst>
        </pc:spChg>
        <pc:spChg chg="mod">
          <ac:chgData name="Thorsten Heinze" userId="8373ecd2-b5b9-4b48-849d-3bee853f6cc0" providerId="ADAL" clId="{10FA6055-0BF2-40F3-B8F6-D0B2013BB3C7}" dt="2025-09-15T09:24:02.447" v="3801" actId="947"/>
          <ac:spMkLst>
            <pc:docMk/>
            <pc:sldMk cId="4095345473" sldId="256"/>
            <ac:spMk id="49" creationId="{46157ED8-BAD2-5D78-F450-71889B57DB03}"/>
          </ac:spMkLst>
        </pc:spChg>
        <pc:spChg chg="mod">
          <ac:chgData name="Thorsten Heinze" userId="8373ecd2-b5b9-4b48-849d-3bee853f6cc0" providerId="ADAL" clId="{10FA6055-0BF2-40F3-B8F6-D0B2013BB3C7}" dt="2025-09-15T09:24:02.452" v="3805" actId="947"/>
          <ac:spMkLst>
            <pc:docMk/>
            <pc:sldMk cId="4095345473" sldId="256"/>
            <ac:spMk id="50" creationId="{C1DCD93A-3356-EA12-A354-6BBC820F6475}"/>
          </ac:spMkLst>
        </pc:spChg>
        <pc:spChg chg="mod">
          <ac:chgData name="Thorsten Heinze" userId="8373ecd2-b5b9-4b48-849d-3bee853f6cc0" providerId="ADAL" clId="{10FA6055-0BF2-40F3-B8F6-D0B2013BB3C7}" dt="2025-09-15T09:24:02.455" v="3807" actId="947"/>
          <ac:spMkLst>
            <pc:docMk/>
            <pc:sldMk cId="4095345473" sldId="256"/>
            <ac:spMk id="51" creationId="{E07C8B41-7472-CAF4-4767-A0920AE69FD9}"/>
          </ac:spMkLst>
        </pc:spChg>
        <pc:spChg chg="mod">
          <ac:chgData name="Thorsten Heinze" userId="8373ecd2-b5b9-4b48-849d-3bee853f6cc0" providerId="ADAL" clId="{10FA6055-0BF2-40F3-B8F6-D0B2013BB3C7}" dt="2025-09-15T09:24:02.457" v="3809" actId="947"/>
          <ac:spMkLst>
            <pc:docMk/>
            <pc:sldMk cId="4095345473" sldId="256"/>
            <ac:spMk id="52" creationId="{06D6DE51-D788-DF38-1F26-2E5157F43348}"/>
          </ac:spMkLst>
        </pc:spChg>
        <pc:spChg chg="mod">
          <ac:chgData name="Thorsten Heinze" userId="8373ecd2-b5b9-4b48-849d-3bee853f6cc0" providerId="ADAL" clId="{10FA6055-0BF2-40F3-B8F6-D0B2013BB3C7}" dt="2025-09-15T09:24:02.376" v="3755" actId="947"/>
          <ac:spMkLst>
            <pc:docMk/>
            <pc:sldMk cId="4095345473" sldId="256"/>
            <ac:spMk id="53" creationId="{7CF7097D-FADF-FA34-7AA3-B1CECDE057AA}"/>
          </ac:spMkLst>
        </pc:spChg>
        <pc:spChg chg="mod">
          <ac:chgData name="Thorsten Heinze" userId="8373ecd2-b5b9-4b48-849d-3bee853f6cc0" providerId="ADAL" clId="{10FA6055-0BF2-40F3-B8F6-D0B2013BB3C7}" dt="2025-09-15T09:24:02.460" v="3811" actId="947"/>
          <ac:spMkLst>
            <pc:docMk/>
            <pc:sldMk cId="4095345473" sldId="256"/>
            <ac:spMk id="54" creationId="{5115847F-A2D1-336D-0793-17914FD0FD71}"/>
          </ac:spMkLst>
        </pc:spChg>
        <pc:spChg chg="mod">
          <ac:chgData name="Thorsten Heinze" userId="8373ecd2-b5b9-4b48-849d-3bee853f6cc0" providerId="ADAL" clId="{10FA6055-0BF2-40F3-B8F6-D0B2013BB3C7}" dt="2025-09-15T09:24:02.463" v="3813" actId="947"/>
          <ac:spMkLst>
            <pc:docMk/>
            <pc:sldMk cId="4095345473" sldId="256"/>
            <ac:spMk id="55" creationId="{656C9C65-F083-AE61-1325-EC71F4A25753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56" creationId="{2F4DB47E-D217-D801-BA2A-38E36ABE5615}"/>
          </ac:spMkLst>
        </pc:spChg>
        <pc:spChg chg="mod">
          <ac:chgData name="Thorsten Heinze" userId="8373ecd2-b5b9-4b48-849d-3bee853f6cc0" providerId="ADAL" clId="{10FA6055-0BF2-40F3-B8F6-D0B2013BB3C7}" dt="2025-09-15T09:24:02.475" v="3821" actId="947"/>
          <ac:spMkLst>
            <pc:docMk/>
            <pc:sldMk cId="4095345473" sldId="256"/>
            <ac:spMk id="57" creationId="{BBD7B640-B20E-E0A8-4E9D-73D57DBF600F}"/>
          </ac:spMkLst>
        </pc:spChg>
        <pc:spChg chg="mod">
          <ac:chgData name="Thorsten Heinze" userId="8373ecd2-b5b9-4b48-849d-3bee853f6cc0" providerId="ADAL" clId="{10FA6055-0BF2-40F3-B8F6-D0B2013BB3C7}" dt="2025-09-15T09:24:02.482" v="3825" actId="947"/>
          <ac:spMkLst>
            <pc:docMk/>
            <pc:sldMk cId="4095345473" sldId="256"/>
            <ac:spMk id="58" creationId="{6807BAD3-7FFD-0D7D-8308-A78B6FB19B59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59" creationId="{E9E9619B-1CA6-689E-2F5C-FD1B4F544E9F}"/>
          </ac:spMkLst>
        </pc:spChg>
        <pc:spChg chg="mod">
          <ac:chgData name="Thorsten Heinze" userId="8373ecd2-b5b9-4b48-849d-3bee853f6cc0" providerId="ADAL" clId="{10FA6055-0BF2-40F3-B8F6-D0B2013BB3C7}" dt="2025-09-15T09:24:02.469" v="3817" actId="947"/>
          <ac:spMkLst>
            <pc:docMk/>
            <pc:sldMk cId="4095345473" sldId="256"/>
            <ac:spMk id="60" creationId="{CCA09ADC-D565-1A3E-55A5-C520F703A93C}"/>
          </ac:spMkLst>
        </pc:spChg>
        <pc:spChg chg="mod">
          <ac:chgData name="Thorsten Heinze" userId="8373ecd2-b5b9-4b48-849d-3bee853f6cc0" providerId="ADAL" clId="{10FA6055-0BF2-40F3-B8F6-D0B2013BB3C7}" dt="2025-09-15T09:24:02.493" v="3833" actId="947"/>
          <ac:spMkLst>
            <pc:docMk/>
            <pc:sldMk cId="4095345473" sldId="256"/>
            <ac:spMk id="61" creationId="{100839DA-AA1D-E698-6916-47AF32EC2FB9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62" creationId="{B762B824-0DC7-20F7-F2D0-415077389E54}"/>
          </ac:spMkLst>
        </pc:spChg>
        <pc:spChg chg="mod">
          <ac:chgData name="Thorsten Heinze" userId="8373ecd2-b5b9-4b48-849d-3bee853f6cc0" providerId="ADAL" clId="{10FA6055-0BF2-40F3-B8F6-D0B2013BB3C7}" dt="2025-09-15T09:24:02.496" v="3835" actId="947"/>
          <ac:spMkLst>
            <pc:docMk/>
            <pc:sldMk cId="4095345473" sldId="256"/>
            <ac:spMk id="63" creationId="{01331DA9-EC73-F3EE-07DB-68B7AF8FF892}"/>
          </ac:spMkLst>
        </pc:spChg>
        <pc:spChg chg="mod">
          <ac:chgData name="Thorsten Heinze" userId="8373ecd2-b5b9-4b48-849d-3bee853f6cc0" providerId="ADAL" clId="{10FA6055-0BF2-40F3-B8F6-D0B2013BB3C7}" dt="2025-09-15T09:24:02.502" v="3839" actId="947"/>
          <ac:spMkLst>
            <pc:docMk/>
            <pc:sldMk cId="4095345473" sldId="256"/>
            <ac:spMk id="64" creationId="{2822216D-6AB9-6162-A769-B3709C013195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65" creationId="{00487263-DD32-BB63-2261-AE9757294ACC}"/>
          </ac:spMkLst>
        </pc:spChg>
        <pc:spChg chg="mod">
          <ac:chgData name="Thorsten Heinze" userId="8373ecd2-b5b9-4b48-849d-3bee853f6cc0" providerId="ADAL" clId="{10FA6055-0BF2-40F3-B8F6-D0B2013BB3C7}" dt="2025-09-15T09:24:02.508" v="3843" actId="947"/>
          <ac:spMkLst>
            <pc:docMk/>
            <pc:sldMk cId="4095345473" sldId="256"/>
            <ac:spMk id="66" creationId="{B8EC85BE-8E05-9CA0-D4E1-67CBEB76EA09}"/>
          </ac:spMkLst>
        </pc:spChg>
        <pc:spChg chg="mod">
          <ac:chgData name="Thorsten Heinze" userId="8373ecd2-b5b9-4b48-849d-3bee853f6cc0" providerId="ADAL" clId="{10FA6055-0BF2-40F3-B8F6-D0B2013BB3C7}" dt="2025-09-15T09:24:02.346" v="3737" actId="947"/>
          <ac:spMkLst>
            <pc:docMk/>
            <pc:sldMk cId="4095345473" sldId="256"/>
            <ac:spMk id="67" creationId="{BAA62250-9978-6461-4CBA-3E82B368ED27}"/>
          </ac:spMkLst>
        </pc:spChg>
        <pc:spChg chg="mod">
          <ac:chgData name="Thorsten Heinze" userId="8373ecd2-b5b9-4b48-849d-3bee853f6cc0" providerId="ADAL" clId="{10FA6055-0BF2-40F3-B8F6-D0B2013BB3C7}" dt="2025-09-15T09:24:02.423" v="3785" actId="947"/>
          <ac:spMkLst>
            <pc:docMk/>
            <pc:sldMk cId="4095345473" sldId="256"/>
            <ac:spMk id="68" creationId="{9AD5D544-C04E-EA09-D352-B6869237040B}"/>
          </ac:spMkLst>
        </pc:spChg>
        <pc:spChg chg="mod">
          <ac:chgData name="Thorsten Heinze" userId="8373ecd2-b5b9-4b48-849d-3bee853f6cc0" providerId="ADAL" clId="{10FA6055-0BF2-40F3-B8F6-D0B2013BB3C7}" dt="2025-09-15T09:24:02.510" v="3845" actId="947"/>
          <ac:spMkLst>
            <pc:docMk/>
            <pc:sldMk cId="4095345473" sldId="256"/>
            <ac:spMk id="69" creationId="{ADFFE07A-9452-DF88-265C-CC6964F7A0EA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70" creationId="{A2941684-D561-E0D2-6A87-E4404D11685A}"/>
          </ac:spMkLst>
        </pc:spChg>
        <pc:spChg chg="mod">
          <ac:chgData name="Thorsten Heinze" userId="8373ecd2-b5b9-4b48-849d-3bee853f6cc0" providerId="ADAL" clId="{10FA6055-0BF2-40F3-B8F6-D0B2013BB3C7}" dt="2025-09-15T09:24:02.515" v="3849" actId="947"/>
          <ac:spMkLst>
            <pc:docMk/>
            <pc:sldMk cId="4095345473" sldId="256"/>
            <ac:spMk id="71" creationId="{F5F53D8A-EC17-1CB0-86C6-83927822A7A6}"/>
          </ac:spMkLst>
        </pc:spChg>
        <pc:spChg chg="mod">
          <ac:chgData name="Thorsten Heinze" userId="8373ecd2-b5b9-4b48-849d-3bee853f6cc0" providerId="ADAL" clId="{10FA6055-0BF2-40F3-B8F6-D0B2013BB3C7}" dt="2025-09-15T09:24:02.419" v="3783" actId="947"/>
          <ac:spMkLst>
            <pc:docMk/>
            <pc:sldMk cId="4095345473" sldId="256"/>
            <ac:spMk id="72" creationId="{74C6153F-3AC2-38D2-00CC-A3300CB4102B}"/>
          </ac:spMkLst>
        </pc:spChg>
        <pc:spChg chg="mod">
          <ac:chgData name="Thorsten Heinze" userId="8373ecd2-b5b9-4b48-849d-3bee853f6cc0" providerId="ADAL" clId="{10FA6055-0BF2-40F3-B8F6-D0B2013BB3C7}" dt="2025-09-15T09:24:02.426" v="3787" actId="947"/>
          <ac:spMkLst>
            <pc:docMk/>
            <pc:sldMk cId="4095345473" sldId="256"/>
            <ac:spMk id="73" creationId="{5C71E5A1-9F70-7C4E-165A-85A84F6D4A98}"/>
          </ac:spMkLst>
        </pc:spChg>
        <pc:spChg chg="mod">
          <ac:chgData name="Thorsten Heinze" userId="8373ecd2-b5b9-4b48-849d-3bee853f6cc0" providerId="ADAL" clId="{10FA6055-0BF2-40F3-B8F6-D0B2013BB3C7}" dt="2025-09-15T09:24:02.518" v="3851" actId="947"/>
          <ac:spMkLst>
            <pc:docMk/>
            <pc:sldMk cId="4095345473" sldId="256"/>
            <ac:spMk id="74" creationId="{BBF22EE3-36C2-5AEA-36AB-F9474960E71B}"/>
          </ac:spMkLst>
        </pc:spChg>
        <pc:spChg chg="mod">
          <ac:chgData name="Thorsten Heinze" userId="8373ecd2-b5b9-4b48-849d-3bee853f6cc0" providerId="ADAL" clId="{10FA6055-0BF2-40F3-B8F6-D0B2013BB3C7}" dt="2025-09-15T09:24:02.520" v="3853" actId="947"/>
          <ac:spMkLst>
            <pc:docMk/>
            <pc:sldMk cId="4095345473" sldId="256"/>
            <ac:spMk id="75" creationId="{FA7C391A-3787-C7D6-77D7-E702417F4E9C}"/>
          </ac:spMkLst>
        </pc:spChg>
        <pc:spChg chg="mod">
          <ac:chgData name="Thorsten Heinze" userId="8373ecd2-b5b9-4b48-849d-3bee853f6cc0" providerId="ADAL" clId="{10FA6055-0BF2-40F3-B8F6-D0B2013BB3C7}" dt="2025-09-15T09:24:02.525" v="3857" actId="947"/>
          <ac:spMkLst>
            <pc:docMk/>
            <pc:sldMk cId="4095345473" sldId="256"/>
            <ac:spMk id="76" creationId="{83964EA2-580A-5668-7FE7-A77C3DB6530D}"/>
          </ac:spMkLst>
        </pc:spChg>
        <pc:spChg chg="mod">
          <ac:chgData name="Thorsten Heinze" userId="8373ecd2-b5b9-4b48-849d-3bee853f6cc0" providerId="ADAL" clId="{10FA6055-0BF2-40F3-B8F6-D0B2013BB3C7}" dt="2025-09-15T09:24:02.485" v="3827" actId="947"/>
          <ac:spMkLst>
            <pc:docMk/>
            <pc:sldMk cId="4095345473" sldId="256"/>
            <ac:spMk id="77" creationId="{868D2915-32E1-2EE9-37E1-5B0A0FA50BA1}"/>
          </ac:spMkLst>
        </pc:spChg>
        <pc:spChg chg="mod">
          <ac:chgData name="Thorsten Heinze" userId="8373ecd2-b5b9-4b48-849d-3bee853f6cc0" providerId="ADAL" clId="{10FA6055-0BF2-40F3-B8F6-D0B2013BB3C7}" dt="2025-09-15T09:24:02.479" v="3823" actId="947"/>
          <ac:spMkLst>
            <pc:docMk/>
            <pc:sldMk cId="4095345473" sldId="256"/>
            <ac:spMk id="78" creationId="{EF20130D-938C-4545-54CD-68FD1600D437}"/>
          </ac:spMkLst>
        </pc:spChg>
        <pc:spChg chg="mod">
          <ac:chgData name="Thorsten Heinze" userId="8373ecd2-b5b9-4b48-849d-3bee853f6cc0" providerId="ADAL" clId="{10FA6055-0BF2-40F3-B8F6-D0B2013BB3C7}" dt="2025-09-15T09:24:02.412" v="3779" actId="947"/>
          <ac:spMkLst>
            <pc:docMk/>
            <pc:sldMk cId="4095345473" sldId="256"/>
            <ac:spMk id="79" creationId="{66DB90F4-601E-2251-D238-9ACC9F54D617}"/>
          </ac:spMkLst>
        </pc:spChg>
        <pc:spChg chg="mod">
          <ac:chgData name="Thorsten Heinze" userId="8373ecd2-b5b9-4b48-849d-3bee853f6cc0" providerId="ADAL" clId="{10FA6055-0BF2-40F3-B8F6-D0B2013BB3C7}" dt="2025-09-15T09:24:02.522" v="3855" actId="947"/>
          <ac:spMkLst>
            <pc:docMk/>
            <pc:sldMk cId="4095345473" sldId="256"/>
            <ac:spMk id="80" creationId="{AF75D72D-6434-F2B3-EACB-CBA63332E9C7}"/>
          </ac:spMkLst>
        </pc:spChg>
        <pc:spChg chg="mod">
          <ac:chgData name="Thorsten Heinze" userId="8373ecd2-b5b9-4b48-849d-3bee853f6cc0" providerId="ADAL" clId="{10FA6055-0BF2-40F3-B8F6-D0B2013BB3C7}" dt="2025-09-15T09:24:02.529" v="3861" actId="947"/>
          <ac:spMkLst>
            <pc:docMk/>
            <pc:sldMk cId="4095345473" sldId="256"/>
            <ac:spMk id="81" creationId="{3A80DA10-03D7-3D39-F7A1-2A3862892621}"/>
          </ac:spMkLst>
        </pc:spChg>
        <pc:spChg chg="mod">
          <ac:chgData name="Thorsten Heinze" userId="8373ecd2-b5b9-4b48-849d-3bee853f6cc0" providerId="ADAL" clId="{10FA6055-0BF2-40F3-B8F6-D0B2013BB3C7}" dt="2025-09-15T09:24:02.432" v="3791" actId="947"/>
          <ac:spMkLst>
            <pc:docMk/>
            <pc:sldMk cId="4095345473" sldId="256"/>
            <ac:spMk id="82" creationId="{EF36B73F-CDD1-6C18-3276-28E0D9FE3F07}"/>
          </ac:spMkLst>
        </pc:spChg>
        <pc:spChg chg="mod">
          <ac:chgData name="Thorsten Heinze" userId="8373ecd2-b5b9-4b48-849d-3bee853f6cc0" providerId="ADAL" clId="{10FA6055-0BF2-40F3-B8F6-D0B2013BB3C7}" dt="2025-09-15T09:24:02.500" v="3837" actId="947"/>
          <ac:spMkLst>
            <pc:docMk/>
            <pc:sldMk cId="4095345473" sldId="256"/>
            <ac:spMk id="83" creationId="{CE158397-2C87-8D70-37C2-3E00DF5DF33D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84" creationId="{DD5E416B-900F-6065-539B-35EBD6F17F72}"/>
          </ac:spMkLst>
        </pc:spChg>
        <pc:spChg chg="mod">
          <ac:chgData name="Thorsten Heinze" userId="8373ecd2-b5b9-4b48-849d-3bee853f6cc0" providerId="ADAL" clId="{10FA6055-0BF2-40F3-B8F6-D0B2013BB3C7}" dt="2025-09-15T09:24:02.394" v="3767" actId="947"/>
          <ac:spMkLst>
            <pc:docMk/>
            <pc:sldMk cId="4095345473" sldId="256"/>
            <ac:spMk id="85" creationId="{5DBE7534-BE7B-77FD-DE2A-45405BA512BB}"/>
          </ac:spMkLst>
        </pc:spChg>
        <pc:spChg chg="mod">
          <ac:chgData name="Thorsten Heinze" userId="8373ecd2-b5b9-4b48-849d-3bee853f6cc0" providerId="ADAL" clId="{10FA6055-0BF2-40F3-B8F6-D0B2013BB3C7}" dt="2025-09-15T09:24:02.491" v="3831" actId="947"/>
          <ac:spMkLst>
            <pc:docMk/>
            <pc:sldMk cId="4095345473" sldId="256"/>
            <ac:spMk id="94" creationId="{99DF5AE1-0C6F-668D-5CAF-AC9A08F6195A}"/>
          </ac:spMkLst>
        </pc:spChg>
        <pc:spChg chg="mod">
          <ac:chgData name="Thorsten Heinze" userId="8373ecd2-b5b9-4b48-849d-3bee853f6cc0" providerId="ADAL" clId="{10FA6055-0BF2-40F3-B8F6-D0B2013BB3C7}" dt="2025-09-15T09:24:02.466" v="3815" actId="947"/>
          <ac:spMkLst>
            <pc:docMk/>
            <pc:sldMk cId="4095345473" sldId="256"/>
            <ac:spMk id="95" creationId="{C8B837D0-CB86-32C9-E8E8-7E8DF9CEC287}"/>
          </ac:spMkLst>
        </pc:spChg>
        <pc:spChg chg="mod">
          <ac:chgData name="Thorsten Heinze" userId="8373ecd2-b5b9-4b48-849d-3bee853f6cc0" providerId="ADAL" clId="{10FA6055-0BF2-40F3-B8F6-D0B2013BB3C7}" dt="2025-09-15T09:24:02.532" v="3863" actId="947"/>
          <ac:spMkLst>
            <pc:docMk/>
            <pc:sldMk cId="4095345473" sldId="256"/>
            <ac:spMk id="98" creationId="{0F2E0D66-D636-29BB-E12A-087B6E047D98}"/>
          </ac:spMkLst>
        </pc:spChg>
        <pc:spChg chg="mod">
          <ac:chgData name="Thorsten Heinze" userId="8373ecd2-b5b9-4b48-849d-3bee853f6cc0" providerId="ADAL" clId="{10FA6055-0BF2-40F3-B8F6-D0B2013BB3C7}" dt="2025-09-15T09:24:02.535" v="3865" actId="947"/>
          <ac:spMkLst>
            <pc:docMk/>
            <pc:sldMk cId="4095345473" sldId="256"/>
            <ac:spMk id="99" creationId="{033F9F9A-E36F-40AC-817D-151BFF9DB05C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00" creationId="{85576F20-75B7-730A-4FE9-4A4A6BF21B36}"/>
          </ac:spMkLst>
        </pc:spChg>
        <pc:graphicFrameChg chg="mod">
          <ac:chgData name="Thorsten Heinze" userId="8373ecd2-b5b9-4b48-849d-3bee853f6cc0" providerId="ADAL" clId="{10FA6055-0BF2-40F3-B8F6-D0B2013BB3C7}" dt="2025-09-15T09:24:03.118" v="3870"/>
          <ac:graphicFrameMkLst>
            <pc:docMk/>
            <pc:sldMk cId="4095345473" sldId="256"/>
            <ac:graphicFrameMk id="4" creationId="{C0DAFBD0-8031-FD2A-9E58-D2178D1313B4}"/>
          </ac:graphicFrameMkLst>
        </pc:graphicFrameChg>
      </pc:sldChg>
      <pc:sldChg chg="delSp modSp mod">
        <pc:chgData name="Thorsten Heinze" userId="8373ecd2-b5b9-4b48-849d-3bee853f6cc0" providerId="ADAL" clId="{10FA6055-0BF2-40F3-B8F6-D0B2013BB3C7}" dt="2025-09-11T15:08:36.231" v="2495" actId="20577"/>
        <pc:sldMkLst>
          <pc:docMk/>
          <pc:sldMk cId="1837039321" sldId="257"/>
        </pc:sldMkLst>
        <pc:spChg chg="mod">
          <ac:chgData name="Thorsten Heinze" userId="8373ecd2-b5b9-4b48-849d-3bee853f6cc0" providerId="ADAL" clId="{10FA6055-0BF2-40F3-B8F6-D0B2013BB3C7}" dt="2025-09-11T15:08:36.231" v="2495" actId="20577"/>
          <ac:spMkLst>
            <pc:docMk/>
            <pc:sldMk cId="1837039321" sldId="257"/>
            <ac:spMk id="31" creationId="{3D8F4408-8B66-4BB2-358F-ED23EEC3B2EC}"/>
          </ac:spMkLst>
        </pc:spChg>
      </pc:sldChg>
      <pc:sldChg chg="addSp delSp modSp add mod">
        <pc:chgData name="Thorsten Heinze" userId="8373ecd2-b5b9-4b48-849d-3bee853f6cc0" providerId="ADAL" clId="{10FA6055-0BF2-40F3-B8F6-D0B2013BB3C7}" dt="2025-09-12T12:23:25.622" v="3735" actId="20577"/>
        <pc:sldMkLst>
          <pc:docMk/>
          <pc:sldMk cId="3599262322" sldId="258"/>
        </pc:sldMkLst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" creationId="{5E66A905-6C88-9714-2F8C-27D8B244B3AC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" creationId="{DDB93AB2-3574-0176-4EA0-C47BF87D22D8}"/>
          </ac:spMkLst>
        </pc:spChg>
        <pc:spChg chg="add mod">
          <ac:chgData name="Thorsten Heinze" userId="8373ecd2-b5b9-4b48-849d-3bee853f6cc0" providerId="ADAL" clId="{10FA6055-0BF2-40F3-B8F6-D0B2013BB3C7}" dt="2025-09-12T12:12:16.708" v="3138" actId="1076"/>
          <ac:spMkLst>
            <pc:docMk/>
            <pc:sldMk cId="3599262322" sldId="258"/>
            <ac:spMk id="5" creationId="{3A1DD1D2-1B2C-B4C9-AEE8-9B20C53675E7}"/>
          </ac:spMkLst>
        </pc:spChg>
        <pc:spChg chg="add mod">
          <ac:chgData name="Thorsten Heinze" userId="8373ecd2-b5b9-4b48-849d-3bee853f6cc0" providerId="ADAL" clId="{10FA6055-0BF2-40F3-B8F6-D0B2013BB3C7}" dt="2025-09-12T12:12:19.370" v="3139" actId="1076"/>
          <ac:spMkLst>
            <pc:docMk/>
            <pc:sldMk cId="3599262322" sldId="258"/>
            <ac:spMk id="8" creationId="{5759FFBA-94C6-7CD3-3EE6-D52FC484F271}"/>
          </ac:spMkLst>
        </pc:spChg>
        <pc:spChg chg="add mod">
          <ac:chgData name="Thorsten Heinze" userId="8373ecd2-b5b9-4b48-849d-3bee853f6cc0" providerId="ADAL" clId="{10FA6055-0BF2-40F3-B8F6-D0B2013BB3C7}" dt="2025-09-12T12:19:12.464" v="3661" actId="255"/>
          <ac:spMkLst>
            <pc:docMk/>
            <pc:sldMk cId="3599262322" sldId="258"/>
            <ac:spMk id="15" creationId="{E05DCA0A-9C6C-DBEF-DA85-AB35077D3E69}"/>
          </ac:spMkLst>
        </pc:spChg>
        <pc:spChg chg="add mod">
          <ac:chgData name="Thorsten Heinze" userId="8373ecd2-b5b9-4b48-849d-3bee853f6cc0" providerId="ADAL" clId="{10FA6055-0BF2-40F3-B8F6-D0B2013BB3C7}" dt="2025-09-12T12:18:57.553" v="3656" actId="20577"/>
          <ac:spMkLst>
            <pc:docMk/>
            <pc:sldMk cId="3599262322" sldId="258"/>
            <ac:spMk id="16" creationId="{350FFB09-B4CB-E9CE-50B1-EE16C4DEB366}"/>
          </ac:spMkLst>
        </pc:spChg>
        <pc:spChg chg="add mod">
          <ac:chgData name="Thorsten Heinze" userId="8373ecd2-b5b9-4b48-849d-3bee853f6cc0" providerId="ADAL" clId="{10FA6055-0BF2-40F3-B8F6-D0B2013BB3C7}" dt="2025-09-12T12:17:14.535" v="3496" actId="20577"/>
          <ac:spMkLst>
            <pc:docMk/>
            <pc:sldMk cId="3599262322" sldId="258"/>
            <ac:spMk id="20" creationId="{A4E76154-AD82-5820-D51C-2FEEBEB54643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4" creationId="{E9EA1076-41E0-66AA-C9F6-9E27E78F9471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5" creationId="{33CF301F-7D60-9701-080A-E0C0676AE79D}"/>
          </ac:spMkLst>
        </pc:spChg>
        <pc:spChg chg="mod">
          <ac:chgData name="Thorsten Heinze" userId="8373ecd2-b5b9-4b48-849d-3bee853f6cc0" providerId="ADAL" clId="{10FA6055-0BF2-40F3-B8F6-D0B2013BB3C7}" dt="2025-09-12T11:49:26.162" v="2512" actId="14100"/>
          <ac:spMkLst>
            <pc:docMk/>
            <pc:sldMk cId="3599262322" sldId="258"/>
            <ac:spMk id="28" creationId="{771BAADD-A7C0-61F5-5671-913B7D1BB6E0}"/>
          </ac:spMkLst>
        </pc:spChg>
        <pc:spChg chg="mod">
          <ac:chgData name="Thorsten Heinze" userId="8373ecd2-b5b9-4b48-849d-3bee853f6cc0" providerId="ADAL" clId="{10FA6055-0BF2-40F3-B8F6-D0B2013BB3C7}" dt="2025-09-05T12:04:00.887" v="709" actId="947"/>
          <ac:spMkLst>
            <pc:docMk/>
            <pc:sldMk cId="3599262322" sldId="258"/>
            <ac:spMk id="29" creationId="{723F3A1B-6794-D2F8-CDC3-CF67810F0F56}"/>
          </ac:spMkLst>
        </pc:spChg>
        <pc:spChg chg="mod">
          <ac:chgData name="Thorsten Heinze" userId="8373ecd2-b5b9-4b48-849d-3bee853f6cc0" providerId="ADAL" clId="{10FA6055-0BF2-40F3-B8F6-D0B2013BB3C7}" dt="2025-09-12T12:21:56.941" v="3667" actId="14100"/>
          <ac:spMkLst>
            <pc:docMk/>
            <pc:sldMk cId="3599262322" sldId="258"/>
            <ac:spMk id="31" creationId="{3D8F4408-8B66-4BB2-358F-ED23EEC3B2EC}"/>
          </ac:spMkLst>
        </pc:spChg>
        <pc:spChg chg="mod">
          <ac:chgData name="Thorsten Heinze" userId="8373ecd2-b5b9-4b48-849d-3bee853f6cc0" providerId="ADAL" clId="{10FA6055-0BF2-40F3-B8F6-D0B2013BB3C7}" dt="2025-09-05T12:04:00.890" v="711" actId="947"/>
          <ac:spMkLst>
            <pc:docMk/>
            <pc:sldMk cId="3599262322" sldId="258"/>
            <ac:spMk id="32" creationId="{23F24B52-C300-265E-584D-A9808E798784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8" creationId="{2F788DBA-003B-B0B3-A8D1-969CBC8AC375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9" creationId="{64DDE662-38ED-0407-2068-FB8CCD613993}"/>
          </ac:spMkLst>
        </pc:spChg>
        <pc:spChg chg="mod">
          <ac:chgData name="Thorsten Heinze" userId="8373ecd2-b5b9-4b48-849d-3bee853f6cc0" providerId="ADAL" clId="{10FA6055-0BF2-40F3-B8F6-D0B2013BB3C7}" dt="2025-09-12T11:48:38.031" v="2510" actId="1076"/>
          <ac:spMkLst>
            <pc:docMk/>
            <pc:sldMk cId="3599262322" sldId="258"/>
            <ac:spMk id="40" creationId="{041D14BD-93A7-EF2D-94F2-E83A757ACE3F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41" creationId="{329B2579-8B5F-E5A6-7B7B-631F5A66E106}"/>
          </ac:spMkLst>
        </pc:spChg>
        <pc:spChg chg="add mod">
          <ac:chgData name="Thorsten Heinze" userId="8373ecd2-b5b9-4b48-849d-3bee853f6cc0" providerId="ADAL" clId="{10FA6055-0BF2-40F3-B8F6-D0B2013BB3C7}" dt="2025-09-12T12:23:25.622" v="3735" actId="20577"/>
          <ac:spMkLst>
            <pc:docMk/>
            <pc:sldMk cId="3599262322" sldId="258"/>
            <ac:spMk id="42" creationId="{7534C7EA-AF7A-B9E2-0742-BF8B77EACAAD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87" creationId="{2D7D9FCE-DA65-7657-FA4D-E0F74D8A3DF1}"/>
          </ac:spMkLst>
        </pc:spChg>
        <pc:graphicFrameChg chg="mod">
          <ac:chgData name="Thorsten Heinze" userId="8373ecd2-b5b9-4b48-849d-3bee853f6cc0" providerId="ADAL" clId="{10FA6055-0BF2-40F3-B8F6-D0B2013BB3C7}" dt="2025-09-05T12:04:01.434" v="722"/>
          <ac:graphicFrameMkLst>
            <pc:docMk/>
            <pc:sldMk cId="3599262322" sldId="258"/>
            <ac:graphicFrameMk id="4" creationId="{C0DAFBD0-8031-FD2A-9E58-D2178D1313B4}"/>
          </ac:graphicFrameMkLst>
        </pc:graphicFrameChg>
        <pc:picChg chg="mod">
          <ac:chgData name="Thorsten Heinze" userId="8373ecd2-b5b9-4b48-849d-3bee853f6cc0" providerId="ADAL" clId="{10FA6055-0BF2-40F3-B8F6-D0B2013BB3C7}" dt="2025-09-12T12:12:55.101" v="3147" actId="1076"/>
          <ac:picMkLst>
            <pc:docMk/>
            <pc:sldMk cId="3599262322" sldId="258"/>
            <ac:picMk id="44" creationId="{C5B04F75-AE4B-8CCB-B180-E97E4B8480E4}"/>
          </ac:picMkLst>
        </pc:picChg>
        <pc:cxnChg chg="add mod">
          <ac:chgData name="Thorsten Heinze" userId="8373ecd2-b5b9-4b48-849d-3bee853f6cc0" providerId="ADAL" clId="{10FA6055-0BF2-40F3-B8F6-D0B2013BB3C7}" dt="2025-09-12T12:12:28.090" v="3142" actId="14100"/>
          <ac:cxnSpMkLst>
            <pc:docMk/>
            <pc:sldMk cId="3599262322" sldId="258"/>
            <ac:cxnSpMk id="10" creationId="{9C9A68AB-91C9-7EAA-B188-B17F897AAD11}"/>
          </ac:cxnSpMkLst>
        </pc:cxnChg>
        <pc:cxnChg chg="add mod">
          <ac:chgData name="Thorsten Heinze" userId="8373ecd2-b5b9-4b48-849d-3bee853f6cc0" providerId="ADAL" clId="{10FA6055-0BF2-40F3-B8F6-D0B2013BB3C7}" dt="2025-09-12T12:12:46.360" v="3146" actId="1076"/>
          <ac:cxnSpMkLst>
            <pc:docMk/>
            <pc:sldMk cId="3599262322" sldId="258"/>
            <ac:cxnSpMk id="13" creationId="{3830BC86-0282-8958-12E0-B855C36E6E24}"/>
          </ac:cxnSpMkLst>
        </pc:cxnChg>
        <pc:cxnChg chg="add mod">
          <ac:chgData name="Thorsten Heinze" userId="8373ecd2-b5b9-4b48-849d-3bee853f6cc0" providerId="ADAL" clId="{10FA6055-0BF2-40F3-B8F6-D0B2013BB3C7}" dt="2025-09-12T12:14:16.213" v="3198" actId="14100"/>
          <ac:cxnSpMkLst>
            <pc:docMk/>
            <pc:sldMk cId="3599262322" sldId="258"/>
            <ac:cxnSpMk id="17" creationId="{F9B8F4D7-AAB3-3DFE-3C7B-73B21A409FB6}"/>
          </ac:cxnSpMkLst>
        </pc:cxnChg>
        <pc:cxnChg chg="add mod">
          <ac:chgData name="Thorsten Heinze" userId="8373ecd2-b5b9-4b48-849d-3bee853f6cc0" providerId="ADAL" clId="{10FA6055-0BF2-40F3-B8F6-D0B2013BB3C7}" dt="2025-09-12T12:17:28.105" v="3500" actId="14100"/>
          <ac:cxnSpMkLst>
            <pc:docMk/>
            <pc:sldMk cId="3599262322" sldId="258"/>
            <ac:cxnSpMk id="21" creationId="{D6AC08D2-CD30-FE4D-C168-DB41D264C61F}"/>
          </ac:cxnSpMkLst>
        </pc:cxnChg>
        <pc:cxnChg chg="add mod">
          <ac:chgData name="Thorsten Heinze" userId="8373ecd2-b5b9-4b48-849d-3bee853f6cc0" providerId="ADAL" clId="{10FA6055-0BF2-40F3-B8F6-D0B2013BB3C7}" dt="2025-09-12T12:17:39.981" v="3504" actId="14100"/>
          <ac:cxnSpMkLst>
            <pc:docMk/>
            <pc:sldMk cId="3599262322" sldId="258"/>
            <ac:cxnSpMk id="33" creationId="{6471E7B3-ABFC-14F1-024A-DFB523257F2A}"/>
          </ac:cxnSpMkLst>
        </pc:cxnChg>
      </pc:sldChg>
      <pc:sldChg chg="addSp modSp new mod ord">
        <pc:chgData name="Thorsten Heinze" userId="8373ecd2-b5b9-4b48-849d-3bee853f6cc0" providerId="ADAL" clId="{10FA6055-0BF2-40F3-B8F6-D0B2013BB3C7}" dt="2025-09-18T16:36:01.878" v="5327" actId="20577"/>
        <pc:sldMkLst>
          <pc:docMk/>
          <pc:sldMk cId="1043550155" sldId="259"/>
        </pc:sldMkLst>
        <pc:spChg chg="add mod">
          <ac:chgData name="Thorsten Heinze" userId="8373ecd2-b5b9-4b48-849d-3bee853f6cc0" providerId="ADAL" clId="{10FA6055-0BF2-40F3-B8F6-D0B2013BB3C7}" dt="2025-09-18T16:36:01.878" v="5327" actId="20577"/>
          <ac:spMkLst>
            <pc:docMk/>
            <pc:sldMk cId="1043550155" sldId="259"/>
            <ac:spMk id="2" creationId="{60FB2139-5144-391C-233D-78AD8937EE65}"/>
          </ac:spMkLst>
        </pc:spChg>
      </pc:sldChg>
      <pc:sldChg chg="addSp delSp modSp new del mod ord">
        <pc:chgData name="Thorsten Heinze" userId="8373ecd2-b5b9-4b48-849d-3bee853f6cc0" providerId="ADAL" clId="{10FA6055-0BF2-40F3-B8F6-D0B2013BB3C7}" dt="2025-09-11T15:08:03.998" v="2444" actId="47"/>
        <pc:sldMkLst>
          <pc:docMk/>
          <pc:sldMk cId="645860276" sldId="260"/>
        </pc:sldMkLst>
      </pc:sldChg>
      <pc:sldChg chg="addSp delSp modSp new mod">
        <pc:chgData name="Thorsten Heinze" userId="8373ecd2-b5b9-4b48-849d-3bee853f6cc0" providerId="ADAL" clId="{10FA6055-0BF2-40F3-B8F6-D0B2013BB3C7}" dt="2025-09-18T16:04:47.927" v="4870" actId="21"/>
        <pc:sldMkLst>
          <pc:docMk/>
          <pc:sldMk cId="3691169123" sldId="260"/>
        </pc:sldMkLst>
        <pc:spChg chg="add mod">
          <ac:chgData name="Thorsten Heinze" userId="8373ecd2-b5b9-4b48-849d-3bee853f6cc0" providerId="ADAL" clId="{10FA6055-0BF2-40F3-B8F6-D0B2013BB3C7}" dt="2025-09-18T15:42:37.745" v="4552" actId="1076"/>
          <ac:spMkLst>
            <pc:docMk/>
            <pc:sldMk cId="3691169123" sldId="260"/>
            <ac:spMk id="2" creationId="{F10D87CA-7D8A-43B2-FFAB-4774EE8E1CA6}"/>
          </ac:spMkLst>
        </pc:spChg>
        <pc:spChg chg="add mod">
          <ac:chgData name="Thorsten Heinze" userId="8373ecd2-b5b9-4b48-849d-3bee853f6cc0" providerId="ADAL" clId="{10FA6055-0BF2-40F3-B8F6-D0B2013BB3C7}" dt="2025-09-18T15:15:41.992" v="4078" actId="1076"/>
          <ac:spMkLst>
            <pc:docMk/>
            <pc:sldMk cId="3691169123" sldId="260"/>
            <ac:spMk id="3" creationId="{F2167A05-78B1-F609-FE0B-09905DCE1F8A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4" creationId="{429D635C-46B4-B949-E07B-4E8EE67371A3}"/>
          </ac:spMkLst>
        </pc:spChg>
        <pc:spChg chg="add mod">
          <ac:chgData name="Thorsten Heinze" userId="8373ecd2-b5b9-4b48-849d-3bee853f6cc0" providerId="ADAL" clId="{10FA6055-0BF2-40F3-B8F6-D0B2013BB3C7}" dt="2025-09-17T14:17:19.045" v="3896" actId="20577"/>
          <ac:spMkLst>
            <pc:docMk/>
            <pc:sldMk cId="3691169123" sldId="260"/>
            <ac:spMk id="6" creationId="{988647A0-140D-3D08-0EF3-7B2C1EAF8B5B}"/>
          </ac:spMkLst>
        </pc:spChg>
        <pc:spChg chg="add mod">
          <ac:chgData name="Thorsten Heinze" userId="8373ecd2-b5b9-4b48-849d-3bee853f6cc0" providerId="ADAL" clId="{10FA6055-0BF2-40F3-B8F6-D0B2013BB3C7}" dt="2025-09-17T14:18:01.618" v="3937" actId="20577"/>
          <ac:spMkLst>
            <pc:docMk/>
            <pc:sldMk cId="3691169123" sldId="260"/>
            <ac:spMk id="7" creationId="{01169096-BFAD-D9AE-3E35-95DF648C2C18}"/>
          </ac:spMkLst>
        </pc:spChg>
        <pc:spChg chg="add mod">
          <ac:chgData name="Thorsten Heinze" userId="8373ecd2-b5b9-4b48-849d-3bee853f6cc0" providerId="ADAL" clId="{10FA6055-0BF2-40F3-B8F6-D0B2013BB3C7}" dt="2025-09-17T14:17:31.935" v="3910" actId="14100"/>
          <ac:spMkLst>
            <pc:docMk/>
            <pc:sldMk cId="3691169123" sldId="260"/>
            <ac:spMk id="8" creationId="{4CC4CA61-60FD-AC54-CDC7-36E9AAFBB876}"/>
          </ac:spMkLst>
        </pc:spChg>
        <pc:spChg chg="add mod">
          <ac:chgData name="Thorsten Heinze" userId="8373ecd2-b5b9-4b48-849d-3bee853f6cc0" providerId="ADAL" clId="{10FA6055-0BF2-40F3-B8F6-D0B2013BB3C7}" dt="2025-09-18T15:08:12.287" v="3993" actId="1076"/>
          <ac:spMkLst>
            <pc:docMk/>
            <pc:sldMk cId="3691169123" sldId="260"/>
            <ac:spMk id="9" creationId="{9E12979F-1DA1-6CD4-789C-ECDD75826616}"/>
          </ac:spMkLst>
        </pc:spChg>
        <pc:spChg chg="add mod">
          <ac:chgData name="Thorsten Heinze" userId="8373ecd2-b5b9-4b48-849d-3bee853f6cc0" providerId="ADAL" clId="{10FA6055-0BF2-40F3-B8F6-D0B2013BB3C7}" dt="2025-09-18T15:17:08.981" v="4093" actId="1076"/>
          <ac:spMkLst>
            <pc:docMk/>
            <pc:sldMk cId="3691169123" sldId="260"/>
            <ac:spMk id="10" creationId="{0BCB9E2D-A0B8-C47D-87E7-20D549FCEF4A}"/>
          </ac:spMkLst>
        </pc:spChg>
        <pc:spChg chg="add mod">
          <ac:chgData name="Thorsten Heinze" userId="8373ecd2-b5b9-4b48-849d-3bee853f6cc0" providerId="ADAL" clId="{10FA6055-0BF2-40F3-B8F6-D0B2013BB3C7}" dt="2025-09-18T15:27:18.067" v="4271" actId="6549"/>
          <ac:spMkLst>
            <pc:docMk/>
            <pc:sldMk cId="3691169123" sldId="260"/>
            <ac:spMk id="11" creationId="{97E66B77-47C2-BC4D-8670-50B2F8365D2F}"/>
          </ac:spMkLst>
        </pc:spChg>
        <pc:spChg chg="add mod">
          <ac:chgData name="Thorsten Heinze" userId="8373ecd2-b5b9-4b48-849d-3bee853f6cc0" providerId="ADAL" clId="{10FA6055-0BF2-40F3-B8F6-D0B2013BB3C7}" dt="2025-09-18T16:01:54.184" v="4803" actId="14100"/>
          <ac:spMkLst>
            <pc:docMk/>
            <pc:sldMk cId="3691169123" sldId="260"/>
            <ac:spMk id="12" creationId="{B2D5BF6C-12F1-B847-9ABD-8013A0E3A860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13" creationId="{69A6B369-AC74-36EB-792A-E906BED09F76}"/>
          </ac:spMkLst>
        </pc:spChg>
        <pc:spChg chg="add mod">
          <ac:chgData name="Thorsten Heinze" userId="8373ecd2-b5b9-4b48-849d-3bee853f6cc0" providerId="ADAL" clId="{10FA6055-0BF2-40F3-B8F6-D0B2013BB3C7}" dt="2025-09-18T15:58:43.223" v="4700" actId="14100"/>
          <ac:spMkLst>
            <pc:docMk/>
            <pc:sldMk cId="3691169123" sldId="260"/>
            <ac:spMk id="14" creationId="{9B94246E-8308-69A7-7133-AD8C4B998D97}"/>
          </ac:spMkLst>
        </pc:spChg>
        <pc:spChg chg="add mod">
          <ac:chgData name="Thorsten Heinze" userId="8373ecd2-b5b9-4b48-849d-3bee853f6cc0" providerId="ADAL" clId="{10FA6055-0BF2-40F3-B8F6-D0B2013BB3C7}" dt="2025-09-18T15:11:07.567" v="4022" actId="14100"/>
          <ac:spMkLst>
            <pc:docMk/>
            <pc:sldMk cId="3691169123" sldId="260"/>
            <ac:spMk id="16" creationId="{BE5D5C44-F484-CBE5-7421-FB84004D57F1}"/>
          </ac:spMkLst>
        </pc:spChg>
        <pc:spChg chg="add mod">
          <ac:chgData name="Thorsten Heinze" userId="8373ecd2-b5b9-4b48-849d-3bee853f6cc0" providerId="ADAL" clId="{10FA6055-0BF2-40F3-B8F6-D0B2013BB3C7}" dt="2025-09-18T15:13:55.379" v="4074" actId="14100"/>
          <ac:spMkLst>
            <pc:docMk/>
            <pc:sldMk cId="3691169123" sldId="260"/>
            <ac:spMk id="17" creationId="{616DBA86-1C26-63F8-AB6B-58B9D565BC74}"/>
          </ac:spMkLst>
        </pc:spChg>
        <pc:spChg chg="add mod">
          <ac:chgData name="Thorsten Heinze" userId="8373ecd2-b5b9-4b48-849d-3bee853f6cc0" providerId="ADAL" clId="{10FA6055-0BF2-40F3-B8F6-D0B2013BB3C7}" dt="2025-09-18T16:01:52.331" v="4802" actId="14100"/>
          <ac:spMkLst>
            <pc:docMk/>
            <pc:sldMk cId="3691169123" sldId="260"/>
            <ac:spMk id="18" creationId="{15B66B68-D073-AED1-0655-BB48456FC6B7}"/>
          </ac:spMkLst>
        </pc:spChg>
        <pc:spChg chg="add mod">
          <ac:chgData name="Thorsten Heinze" userId="8373ecd2-b5b9-4b48-849d-3bee853f6cc0" providerId="ADAL" clId="{10FA6055-0BF2-40F3-B8F6-D0B2013BB3C7}" dt="2025-09-18T15:30:33.166" v="4324" actId="14100"/>
          <ac:spMkLst>
            <pc:docMk/>
            <pc:sldMk cId="3691169123" sldId="260"/>
            <ac:spMk id="19" creationId="{D124FF0C-6AA1-175F-A5FD-16447D89589B}"/>
          </ac:spMkLst>
        </pc:spChg>
        <pc:spChg chg="add mod">
          <ac:chgData name="Thorsten Heinze" userId="8373ecd2-b5b9-4b48-849d-3bee853f6cc0" providerId="ADAL" clId="{10FA6055-0BF2-40F3-B8F6-D0B2013BB3C7}" dt="2025-09-18T15:21:36.667" v="4191" actId="1076"/>
          <ac:spMkLst>
            <pc:docMk/>
            <pc:sldMk cId="3691169123" sldId="260"/>
            <ac:spMk id="27" creationId="{1DD43D38-1FD7-EDF4-1314-AE0E7BA0E2D7}"/>
          </ac:spMkLst>
        </pc:spChg>
        <pc:spChg chg="add mod">
          <ac:chgData name="Thorsten Heinze" userId="8373ecd2-b5b9-4b48-849d-3bee853f6cc0" providerId="ADAL" clId="{10FA6055-0BF2-40F3-B8F6-D0B2013BB3C7}" dt="2025-09-18T15:33:42.475" v="4437" actId="1076"/>
          <ac:spMkLst>
            <pc:docMk/>
            <pc:sldMk cId="3691169123" sldId="260"/>
            <ac:spMk id="28" creationId="{8DFAAF87-45DE-4128-736A-94FD5F41A0D7}"/>
          </ac:spMkLst>
        </pc:spChg>
        <pc:spChg chg="add mod">
          <ac:chgData name="Thorsten Heinze" userId="8373ecd2-b5b9-4b48-849d-3bee853f6cc0" providerId="ADAL" clId="{10FA6055-0BF2-40F3-B8F6-D0B2013BB3C7}" dt="2025-09-18T15:30:45.523" v="4345" actId="14100"/>
          <ac:spMkLst>
            <pc:docMk/>
            <pc:sldMk cId="3691169123" sldId="260"/>
            <ac:spMk id="31" creationId="{2ECBA175-21D8-CE9C-92FD-75EDCDB386F5}"/>
          </ac:spMkLst>
        </pc:spChg>
        <pc:spChg chg="add mod">
          <ac:chgData name="Thorsten Heinze" userId="8373ecd2-b5b9-4b48-849d-3bee853f6cc0" providerId="ADAL" clId="{10FA6055-0BF2-40F3-B8F6-D0B2013BB3C7}" dt="2025-09-18T15:28:33.913" v="4296" actId="1076"/>
          <ac:spMkLst>
            <pc:docMk/>
            <pc:sldMk cId="3691169123" sldId="260"/>
            <ac:spMk id="32" creationId="{65BC3890-CCAA-374A-4822-132263066C29}"/>
          </ac:spMkLst>
        </pc:spChg>
        <pc:spChg chg="add mod">
          <ac:chgData name="Thorsten Heinze" userId="8373ecd2-b5b9-4b48-849d-3bee853f6cc0" providerId="ADAL" clId="{10FA6055-0BF2-40F3-B8F6-D0B2013BB3C7}" dt="2025-09-18T15:30:48.888" v="4346" actId="14100"/>
          <ac:spMkLst>
            <pc:docMk/>
            <pc:sldMk cId="3691169123" sldId="260"/>
            <ac:spMk id="33" creationId="{369123E2-178B-6B01-2A4B-AC8CD0897E6C}"/>
          </ac:spMkLst>
        </pc:spChg>
        <pc:spChg chg="add mod">
          <ac:chgData name="Thorsten Heinze" userId="8373ecd2-b5b9-4b48-849d-3bee853f6cc0" providerId="ADAL" clId="{10FA6055-0BF2-40F3-B8F6-D0B2013BB3C7}" dt="2025-09-18T15:27:47.345" v="4288" actId="404"/>
          <ac:spMkLst>
            <pc:docMk/>
            <pc:sldMk cId="3691169123" sldId="260"/>
            <ac:spMk id="35" creationId="{93415617-FC50-D7B3-7779-EA0F8675C713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36" creationId="{D3D38967-A8AA-1805-668F-A80E96DBF0C1}"/>
          </ac:spMkLst>
        </pc:spChg>
        <pc:spChg chg="add mod">
          <ac:chgData name="Thorsten Heinze" userId="8373ecd2-b5b9-4b48-849d-3bee853f6cc0" providerId="ADAL" clId="{10FA6055-0BF2-40F3-B8F6-D0B2013BB3C7}" dt="2025-09-18T15:27:22.460" v="4272" actId="1076"/>
          <ac:spMkLst>
            <pc:docMk/>
            <pc:sldMk cId="3691169123" sldId="260"/>
            <ac:spMk id="37" creationId="{F56E320D-8118-6229-11B0-0A23CC322528}"/>
          </ac:spMkLst>
        </pc:spChg>
        <pc:spChg chg="add mod">
          <ac:chgData name="Thorsten Heinze" userId="8373ecd2-b5b9-4b48-849d-3bee853f6cc0" providerId="ADAL" clId="{10FA6055-0BF2-40F3-B8F6-D0B2013BB3C7}" dt="2025-09-18T15:30:42.602" v="4344" actId="14100"/>
          <ac:spMkLst>
            <pc:docMk/>
            <pc:sldMk cId="3691169123" sldId="260"/>
            <ac:spMk id="38" creationId="{6C72430C-5CC5-6142-48CF-ECD04CF994EC}"/>
          </ac:spMkLst>
        </pc:spChg>
        <pc:spChg chg="add mod">
          <ac:chgData name="Thorsten Heinze" userId="8373ecd2-b5b9-4b48-849d-3bee853f6cc0" providerId="ADAL" clId="{10FA6055-0BF2-40F3-B8F6-D0B2013BB3C7}" dt="2025-09-18T15:30:36.848" v="4343" actId="1035"/>
          <ac:spMkLst>
            <pc:docMk/>
            <pc:sldMk cId="3691169123" sldId="260"/>
            <ac:spMk id="39" creationId="{6A64C012-6ECE-6BFC-A245-F23ED0001E7E}"/>
          </ac:spMkLst>
        </pc:spChg>
        <pc:spChg chg="add mod">
          <ac:chgData name="Thorsten Heinze" userId="8373ecd2-b5b9-4b48-849d-3bee853f6cc0" providerId="ADAL" clId="{10FA6055-0BF2-40F3-B8F6-D0B2013BB3C7}" dt="2025-09-18T15:30:36.848" v="4343" actId="1035"/>
          <ac:spMkLst>
            <pc:docMk/>
            <pc:sldMk cId="3691169123" sldId="260"/>
            <ac:spMk id="40" creationId="{07F413A4-CF8E-5757-8D59-0F858BD4DE94}"/>
          </ac:spMkLst>
        </pc:spChg>
        <pc:spChg chg="add mod">
          <ac:chgData name="Thorsten Heinze" userId="8373ecd2-b5b9-4b48-849d-3bee853f6cc0" providerId="ADAL" clId="{10FA6055-0BF2-40F3-B8F6-D0B2013BB3C7}" dt="2025-09-18T15:32:51.143" v="4424" actId="404"/>
          <ac:spMkLst>
            <pc:docMk/>
            <pc:sldMk cId="3691169123" sldId="260"/>
            <ac:spMk id="41" creationId="{4954CF5A-3D83-9039-DEC8-19CD423994C1}"/>
          </ac:spMkLst>
        </pc:spChg>
        <pc:spChg chg="add mod">
          <ac:chgData name="Thorsten Heinze" userId="8373ecd2-b5b9-4b48-849d-3bee853f6cc0" providerId="ADAL" clId="{10FA6055-0BF2-40F3-B8F6-D0B2013BB3C7}" dt="2025-09-18T15:33:34.413" v="4434" actId="1076"/>
          <ac:spMkLst>
            <pc:docMk/>
            <pc:sldMk cId="3691169123" sldId="260"/>
            <ac:spMk id="42" creationId="{E191B6FB-E8AF-C198-F5F2-596B62E82C85}"/>
          </ac:spMkLst>
        </pc:spChg>
        <pc:spChg chg="add">
          <ac:chgData name="Thorsten Heinze" userId="8373ecd2-b5b9-4b48-849d-3bee853f6cc0" providerId="ADAL" clId="{10FA6055-0BF2-40F3-B8F6-D0B2013BB3C7}" dt="2025-09-18T15:33:24.138" v="4431" actId="11529"/>
          <ac:spMkLst>
            <pc:docMk/>
            <pc:sldMk cId="3691169123" sldId="260"/>
            <ac:spMk id="43" creationId="{B79772C5-C38C-9895-8C3D-F9E0F5C6049D}"/>
          </ac:spMkLst>
        </pc:spChg>
        <pc:spChg chg="add mod">
          <ac:chgData name="Thorsten Heinze" userId="8373ecd2-b5b9-4b48-849d-3bee853f6cc0" providerId="ADAL" clId="{10FA6055-0BF2-40F3-B8F6-D0B2013BB3C7}" dt="2025-09-18T15:33:39.633" v="4436" actId="14100"/>
          <ac:spMkLst>
            <pc:docMk/>
            <pc:sldMk cId="3691169123" sldId="260"/>
            <ac:spMk id="44" creationId="{84F883FE-808B-6F2C-FA9B-03A954A1ADF4}"/>
          </ac:spMkLst>
        </pc:spChg>
        <pc:spChg chg="add mod">
          <ac:chgData name="Thorsten Heinze" userId="8373ecd2-b5b9-4b48-849d-3bee853f6cc0" providerId="ADAL" clId="{10FA6055-0BF2-40F3-B8F6-D0B2013BB3C7}" dt="2025-09-18T15:39:06.087" v="4438" actId="571"/>
          <ac:spMkLst>
            <pc:docMk/>
            <pc:sldMk cId="3691169123" sldId="260"/>
            <ac:spMk id="45" creationId="{FBF4EAE7-8572-FFF4-EFC0-CC92AC2E7903}"/>
          </ac:spMkLst>
        </pc:spChg>
        <pc:spChg chg="add mod">
          <ac:chgData name="Thorsten Heinze" userId="8373ecd2-b5b9-4b48-849d-3bee853f6cc0" providerId="ADAL" clId="{10FA6055-0BF2-40F3-B8F6-D0B2013BB3C7}" dt="2025-09-18T15:39:09.738" v="4439" actId="571"/>
          <ac:spMkLst>
            <pc:docMk/>
            <pc:sldMk cId="3691169123" sldId="260"/>
            <ac:spMk id="46" creationId="{0D492451-BBB5-93EC-9398-1071B60DBB40}"/>
          </ac:spMkLst>
        </pc:spChg>
        <pc:spChg chg="add mod">
          <ac:chgData name="Thorsten Heinze" userId="8373ecd2-b5b9-4b48-849d-3bee853f6cc0" providerId="ADAL" clId="{10FA6055-0BF2-40F3-B8F6-D0B2013BB3C7}" dt="2025-09-18T15:59:45.668" v="4732" actId="1076"/>
          <ac:spMkLst>
            <pc:docMk/>
            <pc:sldMk cId="3691169123" sldId="260"/>
            <ac:spMk id="47" creationId="{57C786EA-24C6-81F7-CE5D-C804B567E820}"/>
          </ac:spMkLst>
        </pc:spChg>
        <pc:spChg chg="add mod">
          <ac:chgData name="Thorsten Heinze" userId="8373ecd2-b5b9-4b48-849d-3bee853f6cc0" providerId="ADAL" clId="{10FA6055-0BF2-40F3-B8F6-D0B2013BB3C7}" dt="2025-09-18T16:00:40.659" v="4774" actId="207"/>
          <ac:spMkLst>
            <pc:docMk/>
            <pc:sldMk cId="3691169123" sldId="260"/>
            <ac:spMk id="48" creationId="{28069986-C7B5-6349-5280-FB884EFC3A25}"/>
          </ac:spMkLst>
        </pc:spChg>
        <pc:cxnChg chg="add mod">
          <ac:chgData name="Thorsten Heinze" userId="8373ecd2-b5b9-4b48-849d-3bee853f6cc0" providerId="ADAL" clId="{10FA6055-0BF2-40F3-B8F6-D0B2013BB3C7}" dt="2025-09-17T14:17:11.731" v="3878" actId="1076"/>
          <ac:cxnSpMkLst>
            <pc:docMk/>
            <pc:sldMk cId="3691169123" sldId="260"/>
            <ac:cxnSpMk id="5" creationId="{14AC9DE8-6752-F31E-85AA-AFFDC61340E1}"/>
          </ac:cxnSpMkLst>
        </pc:cxnChg>
      </pc:sldChg>
      <pc:sldChg chg="addSp delSp modSp add del mod">
        <pc:chgData name="Thorsten Heinze" userId="8373ecd2-b5b9-4b48-849d-3bee853f6cc0" providerId="ADAL" clId="{10FA6055-0BF2-40F3-B8F6-D0B2013BB3C7}" dt="2025-09-18T16:05:51.157" v="4881" actId="47"/>
        <pc:sldMkLst>
          <pc:docMk/>
          <pc:sldMk cId="2176753885" sldId="261"/>
        </pc:sldMkLst>
      </pc:sldChg>
      <pc:sldChg chg="modSp add del mod">
        <pc:chgData name="Thorsten Heinze" userId="8373ecd2-b5b9-4b48-849d-3bee853f6cc0" providerId="ADAL" clId="{10FA6055-0BF2-40F3-B8F6-D0B2013BB3C7}" dt="2025-09-18T15:42:16.212" v="4529" actId="47"/>
        <pc:sldMkLst>
          <pc:docMk/>
          <pc:sldMk cId="2325413804" sldId="261"/>
        </pc:sldMkLst>
      </pc:sldChg>
      <pc:sldChg chg="addSp modSp add del mod">
        <pc:chgData name="Thorsten Heinze" userId="8373ecd2-b5b9-4b48-849d-3bee853f6cc0" providerId="ADAL" clId="{10FA6055-0BF2-40F3-B8F6-D0B2013BB3C7}" dt="2025-09-18T16:05:51.157" v="4881" actId="47"/>
        <pc:sldMkLst>
          <pc:docMk/>
          <pc:sldMk cId="1370176925" sldId="262"/>
        </pc:sldMkLst>
      </pc:sldChg>
      <pc:sldChg chg="add del">
        <pc:chgData name="Thorsten Heinze" userId="8373ecd2-b5b9-4b48-849d-3bee853f6cc0" providerId="ADAL" clId="{10FA6055-0BF2-40F3-B8F6-D0B2013BB3C7}" dt="2025-09-18T16:05:51.157" v="4881" actId="47"/>
        <pc:sldMkLst>
          <pc:docMk/>
          <pc:sldMk cId="840801375" sldId="263"/>
        </pc:sldMkLst>
      </pc:sldChg>
      <pc:sldChg chg="addSp delSp modSp add mod">
        <pc:chgData name="Thorsten Heinze" userId="8373ecd2-b5b9-4b48-849d-3bee853f6cc0" providerId="ADAL" clId="{10FA6055-0BF2-40F3-B8F6-D0B2013BB3C7}" dt="2025-09-18T16:05:14.212" v="4880" actId="1076"/>
        <pc:sldMkLst>
          <pc:docMk/>
          <pc:sldMk cId="1327920761" sldId="264"/>
        </pc:sldMkLst>
        <pc:spChg chg="mod">
          <ac:chgData name="Thorsten Heinze" userId="8373ecd2-b5b9-4b48-849d-3bee853f6cc0" providerId="ADAL" clId="{10FA6055-0BF2-40F3-B8F6-D0B2013BB3C7}" dt="2025-09-18T16:03:15.995" v="4838" actId="20577"/>
          <ac:spMkLst>
            <pc:docMk/>
            <pc:sldMk cId="1327920761" sldId="264"/>
            <ac:spMk id="2" creationId="{F10D87CA-7D8A-43B2-FFAB-4774EE8E1CA6}"/>
          </ac:spMkLst>
        </pc:spChg>
        <pc:spChg chg="mod">
          <ac:chgData name="Thorsten Heinze" userId="8373ecd2-b5b9-4b48-849d-3bee853f6cc0" providerId="ADAL" clId="{10FA6055-0BF2-40F3-B8F6-D0B2013BB3C7}" dt="2025-09-18T16:03:31.150" v="4839" actId="14100"/>
          <ac:spMkLst>
            <pc:docMk/>
            <pc:sldMk cId="1327920761" sldId="264"/>
            <ac:spMk id="12" creationId="{B2D5BF6C-12F1-B847-9ABD-8013A0E3A860}"/>
          </ac:spMkLst>
        </pc:spChg>
        <pc:spChg chg="add mod">
          <ac:chgData name="Thorsten Heinze" userId="8373ecd2-b5b9-4b48-849d-3bee853f6cc0" providerId="ADAL" clId="{10FA6055-0BF2-40F3-B8F6-D0B2013BB3C7}" dt="2025-09-18T16:05:14.212" v="4880" actId="1076"/>
          <ac:spMkLst>
            <pc:docMk/>
            <pc:sldMk cId="1327920761" sldId="264"/>
            <ac:spMk id="15" creationId="{622C151A-FEE4-8DAE-F84C-EE4C03F7564A}"/>
          </ac:spMkLst>
        </pc:spChg>
        <pc:spChg chg="mod">
          <ac:chgData name="Thorsten Heinze" userId="8373ecd2-b5b9-4b48-849d-3bee853f6cc0" providerId="ADAL" clId="{10FA6055-0BF2-40F3-B8F6-D0B2013BB3C7}" dt="2025-09-18T16:03:33.532" v="4840" actId="14100"/>
          <ac:spMkLst>
            <pc:docMk/>
            <pc:sldMk cId="1327920761" sldId="264"/>
            <ac:spMk id="18" creationId="{15B66B68-D073-AED1-0655-BB48456FC6B7}"/>
          </ac:spMkLst>
        </pc:spChg>
        <pc:spChg chg="mod">
          <ac:chgData name="Thorsten Heinze" userId="8373ecd2-b5b9-4b48-849d-3bee853f6cc0" providerId="ADAL" clId="{10FA6055-0BF2-40F3-B8F6-D0B2013BB3C7}" dt="2025-09-18T16:03:48.620" v="4861" actId="14100"/>
          <ac:spMkLst>
            <pc:docMk/>
            <pc:sldMk cId="1327920761" sldId="264"/>
            <ac:spMk id="47" creationId="{57C786EA-24C6-81F7-CE5D-C804B567E820}"/>
          </ac:spMkLst>
        </pc:spChg>
        <pc:spChg chg="mod">
          <ac:chgData name="Thorsten Heinze" userId="8373ecd2-b5b9-4b48-849d-3bee853f6cc0" providerId="ADAL" clId="{10FA6055-0BF2-40F3-B8F6-D0B2013BB3C7}" dt="2025-09-18T16:03:03.887" v="4836" actId="14100"/>
          <ac:spMkLst>
            <pc:docMk/>
            <pc:sldMk cId="1327920761" sldId="264"/>
            <ac:spMk id="48" creationId="{28069986-C7B5-6349-5280-FB884EFC3A25}"/>
          </ac:spMkLst>
        </pc:spChg>
        <pc:spChg chg="add mod">
          <ac:chgData name="Thorsten Heinze" userId="8373ecd2-b5b9-4b48-849d-3bee853f6cc0" providerId="ADAL" clId="{10FA6055-0BF2-40F3-B8F6-D0B2013BB3C7}" dt="2025-09-18T16:04:59.100" v="4874" actId="1076"/>
          <ac:spMkLst>
            <pc:docMk/>
            <pc:sldMk cId="1327920761" sldId="264"/>
            <ac:spMk id="49" creationId="{B6555E7B-D871-C599-83C8-CF41CABAF797}"/>
          </ac:spMkLst>
        </pc:spChg>
      </pc:sldChg>
      <pc:sldChg chg="addSp delSp modSp add mod">
        <pc:chgData name="Thorsten Heinze" userId="8373ecd2-b5b9-4b48-849d-3bee853f6cc0" providerId="ADAL" clId="{10FA6055-0BF2-40F3-B8F6-D0B2013BB3C7}" dt="2025-09-18T16:33:16.146" v="5269"/>
        <pc:sldMkLst>
          <pc:docMk/>
          <pc:sldMk cId="663860678" sldId="265"/>
        </pc:sldMkLst>
        <pc:spChg chg="mod ord">
          <ac:chgData name="Thorsten Heinze" userId="8373ecd2-b5b9-4b48-849d-3bee853f6cc0" providerId="ADAL" clId="{10FA6055-0BF2-40F3-B8F6-D0B2013BB3C7}" dt="2025-09-18T16:11:47.161" v="5037"/>
          <ac:spMkLst>
            <pc:docMk/>
            <pc:sldMk cId="663860678" sldId="265"/>
            <ac:spMk id="2" creationId="{F10D87CA-7D8A-43B2-FFAB-4774EE8E1CA6}"/>
          </ac:spMkLst>
        </pc:spChg>
        <pc:spChg chg="mod ord">
          <ac:chgData name="Thorsten Heinze" userId="8373ecd2-b5b9-4b48-849d-3bee853f6cc0" providerId="ADAL" clId="{10FA6055-0BF2-40F3-B8F6-D0B2013BB3C7}" dt="2025-09-18T16:11:47.140" v="5021"/>
          <ac:spMkLst>
            <pc:docMk/>
            <pc:sldMk cId="663860678" sldId="265"/>
            <ac:spMk id="3" creationId="{F2167A05-78B1-F609-FE0B-09905DCE1F8A}"/>
          </ac:spMkLst>
        </pc:spChg>
        <pc:spChg chg="mod ord">
          <ac:chgData name="Thorsten Heinze" userId="8373ecd2-b5b9-4b48-849d-3bee853f6cc0" providerId="ADAL" clId="{10FA6055-0BF2-40F3-B8F6-D0B2013BB3C7}" dt="2025-09-18T16:11:47.141" v="5023"/>
          <ac:spMkLst>
            <pc:docMk/>
            <pc:sldMk cId="663860678" sldId="265"/>
            <ac:spMk id="4" creationId="{429D635C-46B4-B949-E07B-4E8EE67371A3}"/>
          </ac:spMkLst>
        </pc:spChg>
        <pc:spChg chg="mod ord">
          <ac:chgData name="Thorsten Heinze" userId="8373ecd2-b5b9-4b48-849d-3bee853f6cc0" providerId="ADAL" clId="{10FA6055-0BF2-40F3-B8F6-D0B2013BB3C7}" dt="2025-09-18T16:11:47.147" v="5027"/>
          <ac:spMkLst>
            <pc:docMk/>
            <pc:sldMk cId="663860678" sldId="265"/>
            <ac:spMk id="6" creationId="{988647A0-140D-3D08-0EF3-7B2C1EAF8B5B}"/>
          </ac:spMkLst>
        </pc:spChg>
        <pc:spChg chg="mod ord">
          <ac:chgData name="Thorsten Heinze" userId="8373ecd2-b5b9-4b48-849d-3bee853f6cc0" providerId="ADAL" clId="{10FA6055-0BF2-40F3-B8F6-D0B2013BB3C7}" dt="2025-09-18T16:11:47.150" v="5029"/>
          <ac:spMkLst>
            <pc:docMk/>
            <pc:sldMk cId="663860678" sldId="265"/>
            <ac:spMk id="7" creationId="{01169096-BFAD-D9AE-3E35-95DF648C2C18}"/>
          </ac:spMkLst>
        </pc:spChg>
        <pc:spChg chg="mod ord">
          <ac:chgData name="Thorsten Heinze" userId="8373ecd2-b5b9-4b48-849d-3bee853f6cc0" providerId="ADAL" clId="{10FA6055-0BF2-40F3-B8F6-D0B2013BB3C7}" dt="2025-09-18T16:11:47.153" v="5031"/>
          <ac:spMkLst>
            <pc:docMk/>
            <pc:sldMk cId="663860678" sldId="265"/>
            <ac:spMk id="8" creationId="{4CC4CA61-60FD-AC54-CDC7-36E9AAFBB876}"/>
          </ac:spMkLst>
        </pc:spChg>
        <pc:spChg chg="mod ord">
          <ac:chgData name="Thorsten Heinze" userId="8373ecd2-b5b9-4b48-849d-3bee853f6cc0" providerId="ADAL" clId="{10FA6055-0BF2-40F3-B8F6-D0B2013BB3C7}" dt="2025-09-18T16:11:47.156" v="5033"/>
          <ac:spMkLst>
            <pc:docMk/>
            <pc:sldMk cId="663860678" sldId="265"/>
            <ac:spMk id="9" creationId="{9E12979F-1DA1-6CD4-789C-ECDD75826616}"/>
          </ac:spMkLst>
        </pc:spChg>
        <pc:spChg chg="mod ord">
          <ac:chgData name="Thorsten Heinze" userId="8373ecd2-b5b9-4b48-849d-3bee853f6cc0" providerId="ADAL" clId="{10FA6055-0BF2-40F3-B8F6-D0B2013BB3C7}" dt="2025-09-18T16:11:47.159" v="5035"/>
          <ac:spMkLst>
            <pc:docMk/>
            <pc:sldMk cId="663860678" sldId="265"/>
            <ac:spMk id="10" creationId="{0BCB9E2D-A0B8-C47D-87E7-20D549FCEF4A}"/>
          </ac:spMkLst>
        </pc:spChg>
        <pc:spChg chg="mod ord">
          <ac:chgData name="Thorsten Heinze" userId="8373ecd2-b5b9-4b48-849d-3bee853f6cc0" providerId="ADAL" clId="{10FA6055-0BF2-40F3-B8F6-D0B2013BB3C7}" dt="2025-09-18T16:11:47.163" v="5039"/>
          <ac:spMkLst>
            <pc:docMk/>
            <pc:sldMk cId="663860678" sldId="265"/>
            <ac:spMk id="11" creationId="{97E66B77-47C2-BC4D-8670-50B2F8365D2F}"/>
          </ac:spMkLst>
        </pc:spChg>
        <pc:spChg chg="add mod ord">
          <ac:chgData name="Thorsten Heinze" userId="8373ecd2-b5b9-4b48-849d-3bee853f6cc0" providerId="ADAL" clId="{10FA6055-0BF2-40F3-B8F6-D0B2013BB3C7}" dt="2025-09-18T16:11:47.185" v="5083"/>
          <ac:spMkLst>
            <pc:docMk/>
            <pc:sldMk cId="663860678" sldId="265"/>
            <ac:spMk id="13" creationId="{C89E42FC-19ED-B6E7-A809-AE34F15CB0DE}"/>
          </ac:spMkLst>
        </pc:spChg>
        <pc:spChg chg="mod ord">
          <ac:chgData name="Thorsten Heinze" userId="8373ecd2-b5b9-4b48-849d-3bee853f6cc0" providerId="ADAL" clId="{10FA6055-0BF2-40F3-B8F6-D0B2013BB3C7}" dt="2025-09-18T16:11:47.164" v="5041"/>
          <ac:spMkLst>
            <pc:docMk/>
            <pc:sldMk cId="663860678" sldId="265"/>
            <ac:spMk id="17" creationId="{616DBA86-1C26-63F8-AB6B-58B9D565BC74}"/>
          </ac:spMkLst>
        </pc:spChg>
        <pc:spChg chg="mod ord">
          <ac:chgData name="Thorsten Heinze" userId="8373ecd2-b5b9-4b48-849d-3bee853f6cc0" providerId="ADAL" clId="{10FA6055-0BF2-40F3-B8F6-D0B2013BB3C7}" dt="2025-09-18T16:29:19.752" v="5238" actId="14100"/>
          <ac:spMkLst>
            <pc:docMk/>
            <pc:sldMk cId="663860678" sldId="265"/>
            <ac:spMk id="19" creationId="{D124FF0C-6AA1-175F-A5FD-16447D89589B}"/>
          </ac:spMkLst>
        </pc:spChg>
        <pc:spChg chg="add mod ord">
          <ac:chgData name="Thorsten Heinze" userId="8373ecd2-b5b9-4b48-849d-3bee853f6cc0" providerId="ADAL" clId="{10FA6055-0BF2-40F3-B8F6-D0B2013BB3C7}" dt="2025-09-18T16:11:47.186" v="5085"/>
          <ac:spMkLst>
            <pc:docMk/>
            <pc:sldMk cId="663860678" sldId="265"/>
            <ac:spMk id="20" creationId="{244D81AC-C2CA-1FE0-F075-95DEDBF8669F}"/>
          </ac:spMkLst>
        </pc:spChg>
        <pc:spChg chg="add mod ord">
          <ac:chgData name="Thorsten Heinze" userId="8373ecd2-b5b9-4b48-849d-3bee853f6cc0" providerId="ADAL" clId="{10FA6055-0BF2-40F3-B8F6-D0B2013BB3C7}" dt="2025-09-18T16:11:47.187" v="5087"/>
          <ac:spMkLst>
            <pc:docMk/>
            <pc:sldMk cId="663860678" sldId="265"/>
            <ac:spMk id="21" creationId="{EE79DA8A-E80C-D03B-325C-ED16B84C2561}"/>
          </ac:spMkLst>
        </pc:spChg>
        <pc:spChg chg="add mod ord">
          <ac:chgData name="Thorsten Heinze" userId="8373ecd2-b5b9-4b48-849d-3bee853f6cc0" providerId="ADAL" clId="{10FA6055-0BF2-40F3-B8F6-D0B2013BB3C7}" dt="2025-09-18T16:11:47.188" v="5089"/>
          <ac:spMkLst>
            <pc:docMk/>
            <pc:sldMk cId="663860678" sldId="265"/>
            <ac:spMk id="22" creationId="{1FCCC77B-6AF7-A57C-8F25-8A758DBAFDB1}"/>
          </ac:spMkLst>
        </pc:spChg>
        <pc:spChg chg="add mod ord">
          <ac:chgData name="Thorsten Heinze" userId="8373ecd2-b5b9-4b48-849d-3bee853f6cc0" providerId="ADAL" clId="{10FA6055-0BF2-40F3-B8F6-D0B2013BB3C7}" dt="2025-09-18T16:11:47.189" v="5091"/>
          <ac:spMkLst>
            <pc:docMk/>
            <pc:sldMk cId="663860678" sldId="265"/>
            <ac:spMk id="23" creationId="{7CDFA648-8DCA-8648-5CA1-0AC48BFBACDD}"/>
          </ac:spMkLst>
        </pc:spChg>
        <pc:spChg chg="add mod ord">
          <ac:chgData name="Thorsten Heinze" userId="8373ecd2-b5b9-4b48-849d-3bee853f6cc0" providerId="ADAL" clId="{10FA6055-0BF2-40F3-B8F6-D0B2013BB3C7}" dt="2025-09-18T16:11:47.139" v="5019"/>
          <ac:spMkLst>
            <pc:docMk/>
            <pc:sldMk cId="663860678" sldId="265"/>
            <ac:spMk id="24" creationId="{C049AC5E-6B23-794C-98E5-5045DB15D3BA}"/>
          </ac:spMkLst>
        </pc:spChg>
        <pc:spChg chg="add mod">
          <ac:chgData name="Thorsten Heinze" userId="8373ecd2-b5b9-4b48-849d-3bee853f6cc0" providerId="ADAL" clId="{10FA6055-0BF2-40F3-B8F6-D0B2013BB3C7}" dt="2025-09-18T16:32:07.858" v="5266" actId="20577"/>
          <ac:spMkLst>
            <pc:docMk/>
            <pc:sldMk cId="663860678" sldId="265"/>
            <ac:spMk id="26" creationId="{DA0DDBD7-C5F9-D272-5359-8127A0314F26}"/>
          </ac:spMkLst>
        </pc:spChg>
        <pc:spChg chg="mod ord">
          <ac:chgData name="Thorsten Heinze" userId="8373ecd2-b5b9-4b48-849d-3bee853f6cc0" providerId="ADAL" clId="{10FA6055-0BF2-40F3-B8F6-D0B2013BB3C7}" dt="2025-09-18T16:11:47.167" v="5045"/>
          <ac:spMkLst>
            <pc:docMk/>
            <pc:sldMk cId="663860678" sldId="265"/>
            <ac:spMk id="27" creationId="{1DD43D38-1FD7-EDF4-1314-AE0E7BA0E2D7}"/>
          </ac:spMkLst>
        </pc:spChg>
        <pc:spChg chg="mod ord">
          <ac:chgData name="Thorsten Heinze" userId="8373ecd2-b5b9-4b48-849d-3bee853f6cc0" providerId="ADAL" clId="{10FA6055-0BF2-40F3-B8F6-D0B2013BB3C7}" dt="2025-09-18T16:11:47.168" v="5047"/>
          <ac:spMkLst>
            <pc:docMk/>
            <pc:sldMk cId="663860678" sldId="265"/>
            <ac:spMk id="28" creationId="{8DFAAF87-45DE-4128-736A-94FD5F41A0D7}"/>
          </ac:spMkLst>
        </pc:spChg>
        <pc:spChg chg="add mod">
          <ac:chgData name="Thorsten Heinze" userId="8373ecd2-b5b9-4b48-849d-3bee853f6cc0" providerId="ADAL" clId="{10FA6055-0BF2-40F3-B8F6-D0B2013BB3C7}" dt="2025-09-18T16:33:16.146" v="5269"/>
          <ac:spMkLst>
            <pc:docMk/>
            <pc:sldMk cId="663860678" sldId="265"/>
            <ac:spMk id="30" creationId="{A1045152-A1C7-E5D8-D1D6-A68D84BBB7D5}"/>
          </ac:spMkLst>
        </pc:spChg>
        <pc:spChg chg="mod ord">
          <ac:chgData name="Thorsten Heinze" userId="8373ecd2-b5b9-4b48-849d-3bee853f6cc0" providerId="ADAL" clId="{10FA6055-0BF2-40F3-B8F6-D0B2013BB3C7}" dt="2025-09-18T16:11:47.169" v="5049"/>
          <ac:spMkLst>
            <pc:docMk/>
            <pc:sldMk cId="663860678" sldId="265"/>
            <ac:spMk id="31" creationId="{2ECBA175-21D8-CE9C-92FD-75EDCDB386F5}"/>
          </ac:spMkLst>
        </pc:spChg>
        <pc:spChg chg="mod ord">
          <ac:chgData name="Thorsten Heinze" userId="8373ecd2-b5b9-4b48-849d-3bee853f6cc0" providerId="ADAL" clId="{10FA6055-0BF2-40F3-B8F6-D0B2013BB3C7}" dt="2025-09-18T16:11:47.171" v="5051"/>
          <ac:spMkLst>
            <pc:docMk/>
            <pc:sldMk cId="663860678" sldId="265"/>
            <ac:spMk id="32" creationId="{65BC3890-CCAA-374A-4822-132263066C29}"/>
          </ac:spMkLst>
        </pc:spChg>
        <pc:spChg chg="mod ord">
          <ac:chgData name="Thorsten Heinze" userId="8373ecd2-b5b9-4b48-849d-3bee853f6cc0" providerId="ADAL" clId="{10FA6055-0BF2-40F3-B8F6-D0B2013BB3C7}" dt="2025-09-18T16:11:47.172" v="5053"/>
          <ac:spMkLst>
            <pc:docMk/>
            <pc:sldMk cId="663860678" sldId="265"/>
            <ac:spMk id="33" creationId="{369123E2-178B-6B01-2A4B-AC8CD0897E6C}"/>
          </ac:spMkLst>
        </pc:spChg>
        <pc:spChg chg="mod ord">
          <ac:chgData name="Thorsten Heinze" userId="8373ecd2-b5b9-4b48-849d-3bee853f6cc0" providerId="ADAL" clId="{10FA6055-0BF2-40F3-B8F6-D0B2013BB3C7}" dt="2025-09-18T16:11:47.172" v="5055"/>
          <ac:spMkLst>
            <pc:docMk/>
            <pc:sldMk cId="663860678" sldId="265"/>
            <ac:spMk id="35" creationId="{93415617-FC50-D7B3-7779-EA0F8675C713}"/>
          </ac:spMkLst>
        </pc:spChg>
        <pc:spChg chg="mod ord">
          <ac:chgData name="Thorsten Heinze" userId="8373ecd2-b5b9-4b48-849d-3bee853f6cc0" providerId="ADAL" clId="{10FA6055-0BF2-40F3-B8F6-D0B2013BB3C7}" dt="2025-09-18T16:11:47.173" v="5057"/>
          <ac:spMkLst>
            <pc:docMk/>
            <pc:sldMk cId="663860678" sldId="265"/>
            <ac:spMk id="37" creationId="{F56E320D-8118-6229-11B0-0A23CC322528}"/>
          </ac:spMkLst>
        </pc:spChg>
        <pc:spChg chg="mod ord">
          <ac:chgData name="Thorsten Heinze" userId="8373ecd2-b5b9-4b48-849d-3bee853f6cc0" providerId="ADAL" clId="{10FA6055-0BF2-40F3-B8F6-D0B2013BB3C7}" dt="2025-09-18T16:11:47.174" v="5059"/>
          <ac:spMkLst>
            <pc:docMk/>
            <pc:sldMk cId="663860678" sldId="265"/>
            <ac:spMk id="38" creationId="{6C72430C-5CC5-6142-48CF-ECD04CF994EC}"/>
          </ac:spMkLst>
        </pc:spChg>
        <pc:spChg chg="mod ord">
          <ac:chgData name="Thorsten Heinze" userId="8373ecd2-b5b9-4b48-849d-3bee853f6cc0" providerId="ADAL" clId="{10FA6055-0BF2-40F3-B8F6-D0B2013BB3C7}" dt="2025-09-18T16:30:25.130" v="5246" actId="14100"/>
          <ac:spMkLst>
            <pc:docMk/>
            <pc:sldMk cId="663860678" sldId="265"/>
            <ac:spMk id="39" creationId="{6A64C012-6ECE-6BFC-A245-F23ED0001E7E}"/>
          </ac:spMkLst>
        </pc:spChg>
        <pc:spChg chg="mod ord">
          <ac:chgData name="Thorsten Heinze" userId="8373ecd2-b5b9-4b48-849d-3bee853f6cc0" providerId="ADAL" clId="{10FA6055-0BF2-40F3-B8F6-D0B2013BB3C7}" dt="2025-09-18T16:11:47.177" v="5063"/>
          <ac:spMkLst>
            <pc:docMk/>
            <pc:sldMk cId="663860678" sldId="265"/>
            <ac:spMk id="40" creationId="{07F413A4-CF8E-5757-8D59-0F858BD4DE94}"/>
          </ac:spMkLst>
        </pc:spChg>
        <pc:spChg chg="mod ord">
          <ac:chgData name="Thorsten Heinze" userId="8373ecd2-b5b9-4b48-849d-3bee853f6cc0" providerId="ADAL" clId="{10FA6055-0BF2-40F3-B8F6-D0B2013BB3C7}" dt="2025-09-18T16:11:47.177" v="5065"/>
          <ac:spMkLst>
            <pc:docMk/>
            <pc:sldMk cId="663860678" sldId="265"/>
            <ac:spMk id="41" creationId="{4954CF5A-3D83-9039-DEC8-19CD423994C1}"/>
          </ac:spMkLst>
        </pc:spChg>
        <pc:spChg chg="mod ord">
          <ac:chgData name="Thorsten Heinze" userId="8373ecd2-b5b9-4b48-849d-3bee853f6cc0" providerId="ADAL" clId="{10FA6055-0BF2-40F3-B8F6-D0B2013BB3C7}" dt="2025-09-18T16:11:47.178" v="5067"/>
          <ac:spMkLst>
            <pc:docMk/>
            <pc:sldMk cId="663860678" sldId="265"/>
            <ac:spMk id="42" creationId="{E191B6FB-E8AF-C198-F5F2-596B62E82C85}"/>
          </ac:spMkLst>
        </pc:spChg>
        <pc:spChg chg="mod ord">
          <ac:chgData name="Thorsten Heinze" userId="8373ecd2-b5b9-4b48-849d-3bee853f6cc0" providerId="ADAL" clId="{10FA6055-0BF2-40F3-B8F6-D0B2013BB3C7}" dt="2025-09-18T16:11:47.179" v="5069"/>
          <ac:spMkLst>
            <pc:docMk/>
            <pc:sldMk cId="663860678" sldId="265"/>
            <ac:spMk id="43" creationId="{B79772C5-C38C-9895-8C3D-F9E0F5C6049D}"/>
          </ac:spMkLst>
        </pc:spChg>
        <pc:spChg chg="mod ord">
          <ac:chgData name="Thorsten Heinze" userId="8373ecd2-b5b9-4b48-849d-3bee853f6cc0" providerId="ADAL" clId="{10FA6055-0BF2-40F3-B8F6-D0B2013BB3C7}" dt="2025-09-18T16:11:47.180" v="5071"/>
          <ac:spMkLst>
            <pc:docMk/>
            <pc:sldMk cId="663860678" sldId="265"/>
            <ac:spMk id="44" creationId="{84F883FE-808B-6F2C-FA9B-03A954A1ADF4}"/>
          </ac:spMkLst>
        </pc:spChg>
        <pc:spChg chg="mod ord">
          <ac:chgData name="Thorsten Heinze" userId="8373ecd2-b5b9-4b48-849d-3bee853f6cc0" providerId="ADAL" clId="{10FA6055-0BF2-40F3-B8F6-D0B2013BB3C7}" dt="2025-09-18T16:11:47.181" v="5073"/>
          <ac:spMkLst>
            <pc:docMk/>
            <pc:sldMk cId="663860678" sldId="265"/>
            <ac:spMk id="45" creationId="{FBF4EAE7-8572-FFF4-EFC0-CC92AC2E7903}"/>
          </ac:spMkLst>
        </pc:spChg>
        <pc:spChg chg="mod ord">
          <ac:chgData name="Thorsten Heinze" userId="8373ecd2-b5b9-4b48-849d-3bee853f6cc0" providerId="ADAL" clId="{10FA6055-0BF2-40F3-B8F6-D0B2013BB3C7}" dt="2025-09-18T16:29:18.497" v="5236" actId="1076"/>
          <ac:spMkLst>
            <pc:docMk/>
            <pc:sldMk cId="663860678" sldId="265"/>
            <ac:spMk id="46" creationId="{0D492451-BBB5-93EC-9398-1071B60DBB40}"/>
          </ac:spMkLst>
        </pc:spChg>
        <pc:spChg chg="mod ord">
          <ac:chgData name="Thorsten Heinze" userId="8373ecd2-b5b9-4b48-849d-3bee853f6cc0" providerId="ADAL" clId="{10FA6055-0BF2-40F3-B8F6-D0B2013BB3C7}" dt="2025-09-18T16:11:47.182" v="5077"/>
          <ac:spMkLst>
            <pc:docMk/>
            <pc:sldMk cId="663860678" sldId="265"/>
            <ac:spMk id="48" creationId="{28069986-C7B5-6349-5280-FB884EFC3A25}"/>
          </ac:spMkLst>
        </pc:spChg>
        <pc:graphicFrameChg chg="add mod ord modVis">
          <ac:chgData name="Thorsten Heinze" userId="8373ecd2-b5b9-4b48-849d-3bee853f6cc0" providerId="ADAL" clId="{10FA6055-0BF2-40F3-B8F6-D0B2013BB3C7}" dt="2025-09-18T16:11:47.350" v="5105"/>
          <ac:graphicFrameMkLst>
            <pc:docMk/>
            <pc:sldMk cId="663860678" sldId="265"/>
            <ac:graphicFrameMk id="25" creationId="{464A69A7-A83E-D63C-8400-6E2CA6BB97BA}"/>
          </ac:graphicFrameMkLst>
        </pc:graphicFrameChg>
        <pc:cxnChg chg="mod ord">
          <ac:chgData name="Thorsten Heinze" userId="8373ecd2-b5b9-4b48-849d-3bee853f6cc0" providerId="ADAL" clId="{10FA6055-0BF2-40F3-B8F6-D0B2013BB3C7}" dt="2025-09-18T16:11:47.144" v="5025"/>
          <ac:cxnSpMkLst>
            <pc:docMk/>
            <pc:sldMk cId="663860678" sldId="265"/>
            <ac:cxnSpMk id="5" creationId="{14AC9DE8-6752-F31E-85AA-AFFDC61340E1}"/>
          </ac:cxnSpMkLst>
        </pc:cxnChg>
      </pc:sldChg>
      <pc:sldChg chg="addSp delSp modSp new mod ord">
        <pc:chgData name="Thorsten Heinze" userId="8373ecd2-b5b9-4b48-849d-3bee853f6cc0" providerId="ADAL" clId="{10FA6055-0BF2-40F3-B8F6-D0B2013BB3C7}" dt="2025-09-26T06:55:28.861" v="6377" actId="1076"/>
        <pc:sldMkLst>
          <pc:docMk/>
          <pc:sldMk cId="2351964825" sldId="266"/>
        </pc:sldMkLst>
        <pc:spChg chg="del">
          <ac:chgData name="Thorsten Heinze" userId="8373ecd2-b5b9-4b48-849d-3bee853f6cc0" providerId="ADAL" clId="{10FA6055-0BF2-40F3-B8F6-D0B2013BB3C7}" dt="2025-09-26T04:39:20.050" v="5331" actId="478"/>
          <ac:spMkLst>
            <pc:docMk/>
            <pc:sldMk cId="2351964825" sldId="266"/>
            <ac:spMk id="2" creationId="{D1F79297-8404-86A8-8219-201FE9DB82B9}"/>
          </ac:spMkLst>
        </pc:spChg>
        <pc:spChg chg="del">
          <ac:chgData name="Thorsten Heinze" userId="8373ecd2-b5b9-4b48-849d-3bee853f6cc0" providerId="ADAL" clId="{10FA6055-0BF2-40F3-B8F6-D0B2013BB3C7}" dt="2025-09-26T04:39:20.050" v="5331" actId="478"/>
          <ac:spMkLst>
            <pc:docMk/>
            <pc:sldMk cId="2351964825" sldId="266"/>
            <ac:spMk id="3" creationId="{5D8E39A5-9D68-EAEF-B67A-A9E8C2C9BBD9}"/>
          </ac:spMkLst>
        </pc:spChg>
        <pc:spChg chg="add del mod">
          <ac:chgData name="Thorsten Heinze" userId="8373ecd2-b5b9-4b48-849d-3bee853f6cc0" providerId="ADAL" clId="{10FA6055-0BF2-40F3-B8F6-D0B2013BB3C7}" dt="2025-09-26T04:40:53.189" v="5350"/>
          <ac:spMkLst>
            <pc:docMk/>
            <pc:sldMk cId="2351964825" sldId="266"/>
            <ac:spMk id="7" creationId="{4B75EC9F-1DFD-88B3-63C4-8865BBDFC36D}"/>
          </ac:spMkLst>
        </pc:spChg>
        <pc:spChg chg="add mod ord">
          <ac:chgData name="Thorsten Heinze" userId="8373ecd2-b5b9-4b48-849d-3bee853f6cc0" providerId="ADAL" clId="{10FA6055-0BF2-40F3-B8F6-D0B2013BB3C7}" dt="2025-09-26T06:54:11.392" v="6290"/>
          <ac:spMkLst>
            <pc:docMk/>
            <pc:sldMk cId="2351964825" sldId="266"/>
            <ac:spMk id="8" creationId="{12B7CDF3-F4FF-B04D-0D33-DACB53C6FB1E}"/>
          </ac:spMkLst>
        </pc:spChg>
        <pc:spChg chg="add mod ord">
          <ac:chgData name="Thorsten Heinze" userId="8373ecd2-b5b9-4b48-849d-3bee853f6cc0" providerId="ADAL" clId="{10FA6055-0BF2-40F3-B8F6-D0B2013BB3C7}" dt="2025-09-26T06:54:11.400" v="6306"/>
          <ac:spMkLst>
            <pc:docMk/>
            <pc:sldMk cId="2351964825" sldId="266"/>
            <ac:spMk id="25" creationId="{87E2977B-B320-8CD1-F8EC-EB4078F50451}"/>
          </ac:spMkLst>
        </pc:spChg>
        <pc:spChg chg="add mod ord">
          <ac:chgData name="Thorsten Heinze" userId="8373ecd2-b5b9-4b48-849d-3bee853f6cc0" providerId="ADAL" clId="{10FA6055-0BF2-40F3-B8F6-D0B2013BB3C7}" dt="2025-09-26T06:54:11.401" v="6310"/>
          <ac:spMkLst>
            <pc:docMk/>
            <pc:sldMk cId="2351964825" sldId="266"/>
            <ac:spMk id="27" creationId="{4D483F1A-0C10-2865-0482-C0F68E8E5E66}"/>
          </ac:spMkLst>
        </pc:spChg>
        <pc:spChg chg="add mod ord">
          <ac:chgData name="Thorsten Heinze" userId="8373ecd2-b5b9-4b48-849d-3bee853f6cc0" providerId="ADAL" clId="{10FA6055-0BF2-40F3-B8F6-D0B2013BB3C7}" dt="2025-09-26T06:54:11.403" v="6316"/>
          <ac:spMkLst>
            <pc:docMk/>
            <pc:sldMk cId="2351964825" sldId="266"/>
            <ac:spMk id="31" creationId="{FDE965B1-F1B0-84B7-F793-75D30E06510B}"/>
          </ac:spMkLst>
        </pc:spChg>
        <pc:spChg chg="add mod ord">
          <ac:chgData name="Thorsten Heinze" userId="8373ecd2-b5b9-4b48-849d-3bee853f6cc0" providerId="ADAL" clId="{10FA6055-0BF2-40F3-B8F6-D0B2013BB3C7}" dt="2025-09-26T06:54:11.406" v="6324"/>
          <ac:spMkLst>
            <pc:docMk/>
            <pc:sldMk cId="2351964825" sldId="266"/>
            <ac:spMk id="40" creationId="{8907AD76-EC29-B97E-46FA-A65E1765852B}"/>
          </ac:spMkLst>
        </pc:spChg>
        <pc:spChg chg="add mod ord">
          <ac:chgData name="Thorsten Heinze" userId="8373ecd2-b5b9-4b48-849d-3bee853f6cc0" providerId="ADAL" clId="{10FA6055-0BF2-40F3-B8F6-D0B2013BB3C7}" dt="2025-09-26T05:13:32.871" v="5817" actId="164"/>
          <ac:spMkLst>
            <pc:docMk/>
            <pc:sldMk cId="2351964825" sldId="266"/>
            <ac:spMk id="55" creationId="{E2B0FB8C-CFBE-3CF2-DF58-87A9B70307E4}"/>
          </ac:spMkLst>
        </pc:spChg>
        <pc:spChg chg="add mod ord">
          <ac:chgData name="Thorsten Heinze" userId="8373ecd2-b5b9-4b48-849d-3bee853f6cc0" providerId="ADAL" clId="{10FA6055-0BF2-40F3-B8F6-D0B2013BB3C7}" dt="2025-09-26T06:54:11.410" v="6334"/>
          <ac:spMkLst>
            <pc:docMk/>
            <pc:sldMk cId="2351964825" sldId="266"/>
            <ac:spMk id="72" creationId="{605DB929-80E8-C77E-C3CF-BCF020AE488D}"/>
          </ac:spMkLst>
        </pc:spChg>
        <pc:spChg chg="mod">
          <ac:chgData name="Thorsten Heinze" userId="8373ecd2-b5b9-4b48-849d-3bee853f6cc0" providerId="ADAL" clId="{10FA6055-0BF2-40F3-B8F6-D0B2013BB3C7}" dt="2025-09-26T05:31:45.975" v="5931" actId="571"/>
          <ac:spMkLst>
            <pc:docMk/>
            <pc:sldMk cId="2351964825" sldId="266"/>
            <ac:spMk id="80" creationId="{603795F0-4EF4-4A9C-044B-BDF3AC37735A}"/>
          </ac:spMkLst>
        </pc:spChg>
        <pc:spChg chg="mod">
          <ac:chgData name="Thorsten Heinze" userId="8373ecd2-b5b9-4b48-849d-3bee853f6cc0" providerId="ADAL" clId="{10FA6055-0BF2-40F3-B8F6-D0B2013BB3C7}" dt="2025-09-26T05:35:12.322" v="5944" actId="165"/>
          <ac:spMkLst>
            <pc:docMk/>
            <pc:sldMk cId="2351964825" sldId="266"/>
            <ac:spMk id="98" creationId="{B605D730-A62C-F493-366C-8EBBF2218B2B}"/>
          </ac:spMkLst>
        </pc:spChg>
        <pc:spChg chg="add mod ord">
          <ac:chgData name="Thorsten Heinze" userId="8373ecd2-b5b9-4b48-849d-3bee853f6cc0" providerId="ADAL" clId="{10FA6055-0BF2-40F3-B8F6-D0B2013BB3C7}" dt="2025-09-26T06:54:11.413" v="6342"/>
          <ac:spMkLst>
            <pc:docMk/>
            <pc:sldMk cId="2351964825" sldId="266"/>
            <ac:spMk id="103" creationId="{C9C67CF9-403A-5E1D-82D8-02D48B1A34B4}"/>
          </ac:spMkLst>
        </pc:spChg>
        <pc:spChg chg="mod">
          <ac:chgData name="Thorsten Heinze" userId="8373ecd2-b5b9-4b48-849d-3bee853f6cc0" providerId="ADAL" clId="{10FA6055-0BF2-40F3-B8F6-D0B2013BB3C7}" dt="2025-09-26T05:39:57.298" v="5971" actId="571"/>
          <ac:spMkLst>
            <pc:docMk/>
            <pc:sldMk cId="2351964825" sldId="266"/>
            <ac:spMk id="113" creationId="{9A8B911E-9A8A-FEF3-E421-CD25F96AAE5E}"/>
          </ac:spMkLst>
        </pc:spChg>
        <pc:spChg chg="mod">
          <ac:chgData name="Thorsten Heinze" userId="8373ecd2-b5b9-4b48-849d-3bee853f6cc0" providerId="ADAL" clId="{10FA6055-0BF2-40F3-B8F6-D0B2013BB3C7}" dt="2025-09-26T05:41:48.872" v="6021" actId="571"/>
          <ac:spMkLst>
            <pc:docMk/>
            <pc:sldMk cId="2351964825" sldId="266"/>
            <ac:spMk id="134" creationId="{FF3CEF8B-2450-D8CF-C9B0-15868AFB0428}"/>
          </ac:spMkLst>
        </pc:spChg>
        <pc:spChg chg="mod">
          <ac:chgData name="Thorsten Heinze" userId="8373ecd2-b5b9-4b48-849d-3bee853f6cc0" providerId="ADAL" clId="{10FA6055-0BF2-40F3-B8F6-D0B2013BB3C7}" dt="2025-09-26T05:42:00.611" v="6023" actId="571"/>
          <ac:spMkLst>
            <pc:docMk/>
            <pc:sldMk cId="2351964825" sldId="266"/>
            <ac:spMk id="150" creationId="{49CAD88A-97BB-510E-4302-13B1D489B577}"/>
          </ac:spMkLst>
        </pc:spChg>
        <pc:spChg chg="mod">
          <ac:chgData name="Thorsten Heinze" userId="8373ecd2-b5b9-4b48-849d-3bee853f6cc0" providerId="ADAL" clId="{10FA6055-0BF2-40F3-B8F6-D0B2013BB3C7}" dt="2025-09-26T05:42:01.642" v="6024" actId="571"/>
          <ac:spMkLst>
            <pc:docMk/>
            <pc:sldMk cId="2351964825" sldId="266"/>
            <ac:spMk id="166" creationId="{7EB64F86-F956-5640-07CE-E16B3AA997DC}"/>
          </ac:spMkLst>
        </pc:spChg>
        <pc:spChg chg="mod">
          <ac:chgData name="Thorsten Heinze" userId="8373ecd2-b5b9-4b48-849d-3bee853f6cc0" providerId="ADAL" clId="{10FA6055-0BF2-40F3-B8F6-D0B2013BB3C7}" dt="2025-09-26T05:42:02.653" v="6025" actId="571"/>
          <ac:spMkLst>
            <pc:docMk/>
            <pc:sldMk cId="2351964825" sldId="266"/>
            <ac:spMk id="182" creationId="{CD72102E-882B-A1DB-C3EA-BECCD1297264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198" creationId="{F5AB05C4-C92C-A950-EE36-A54EB795912D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214" creationId="{6C134440-D857-A24F-610D-CC8ED465D51C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230" creationId="{7FA739EC-5401-5AFB-1D19-85516AA2D595}"/>
          </ac:spMkLst>
        </pc:spChg>
        <pc:spChg chg="add mod ord">
          <ac:chgData name="Thorsten Heinze" userId="8373ecd2-b5b9-4b48-849d-3bee853f6cc0" providerId="ADAL" clId="{10FA6055-0BF2-40F3-B8F6-D0B2013BB3C7}" dt="2025-09-26T06:54:11.417" v="6350"/>
          <ac:spMkLst>
            <pc:docMk/>
            <pc:sldMk cId="2351964825" sldId="266"/>
            <ac:spMk id="236" creationId="{5EC31F2F-34B1-0D03-29A1-66D6EE2CD159}"/>
          </ac:spMkLst>
        </pc:spChg>
        <pc:spChg chg="add mod ord">
          <ac:chgData name="Thorsten Heinze" userId="8373ecd2-b5b9-4b48-849d-3bee853f6cc0" providerId="ADAL" clId="{10FA6055-0BF2-40F3-B8F6-D0B2013BB3C7}" dt="2025-09-26T06:54:11.418" v="6352"/>
          <ac:spMkLst>
            <pc:docMk/>
            <pc:sldMk cId="2351964825" sldId="266"/>
            <ac:spMk id="237" creationId="{AB311C6C-26C2-84AC-EED6-85C9C76D61A8}"/>
          </ac:spMkLst>
        </pc:spChg>
        <pc:spChg chg="add mod ord">
          <ac:chgData name="Thorsten Heinze" userId="8373ecd2-b5b9-4b48-849d-3bee853f6cc0" providerId="ADAL" clId="{10FA6055-0BF2-40F3-B8F6-D0B2013BB3C7}" dt="2025-09-26T06:54:11.419" v="6354"/>
          <ac:spMkLst>
            <pc:docMk/>
            <pc:sldMk cId="2351964825" sldId="266"/>
            <ac:spMk id="238" creationId="{C733D056-2A07-C372-4A21-268A1AB60559}"/>
          </ac:spMkLst>
        </pc:spChg>
        <pc:spChg chg="add mod ord">
          <ac:chgData name="Thorsten Heinze" userId="8373ecd2-b5b9-4b48-849d-3bee853f6cc0" providerId="ADAL" clId="{10FA6055-0BF2-40F3-B8F6-D0B2013BB3C7}" dt="2025-09-26T06:54:11.420" v="6358"/>
          <ac:spMkLst>
            <pc:docMk/>
            <pc:sldMk cId="2351964825" sldId="266"/>
            <ac:spMk id="241" creationId="{DC5C8D22-15D9-0218-311C-FBE58CE3C320}"/>
          </ac:spMkLst>
        </pc:spChg>
        <pc:spChg chg="add mod ord">
          <ac:chgData name="Thorsten Heinze" userId="8373ecd2-b5b9-4b48-849d-3bee853f6cc0" providerId="ADAL" clId="{10FA6055-0BF2-40F3-B8F6-D0B2013BB3C7}" dt="2025-09-26T06:54:11.421" v="6360"/>
          <ac:spMkLst>
            <pc:docMk/>
            <pc:sldMk cId="2351964825" sldId="266"/>
            <ac:spMk id="242" creationId="{0D231C0D-6463-C864-9484-DD6F16BD0BB8}"/>
          </ac:spMkLst>
        </pc:spChg>
        <pc:grpChg chg="add mod ord">
          <ac:chgData name="Thorsten Heinze" userId="8373ecd2-b5b9-4b48-849d-3bee853f6cc0" providerId="ADAL" clId="{10FA6055-0BF2-40F3-B8F6-D0B2013BB3C7}" dt="2025-09-26T05:13:32.871" v="5817" actId="164"/>
          <ac:grpSpMkLst>
            <pc:docMk/>
            <pc:sldMk cId="2351964825" sldId="266"/>
            <ac:grpSpMk id="52" creationId="{0D04E791-E34D-90D4-BD3F-3E52106B6D37}"/>
          </ac:grpSpMkLst>
        </pc:grpChg>
        <pc:grpChg chg="add mod">
          <ac:chgData name="Thorsten Heinze" userId="8373ecd2-b5b9-4b48-849d-3bee853f6cc0" providerId="ADAL" clId="{10FA6055-0BF2-40F3-B8F6-D0B2013BB3C7}" dt="2025-09-26T05:15:39.795" v="5826" actId="164"/>
          <ac:grpSpMkLst>
            <pc:docMk/>
            <pc:sldMk cId="2351964825" sldId="266"/>
            <ac:grpSpMk id="56" creationId="{E1E805A9-BC69-DCB7-FD54-165D9C2D39AB}"/>
          </ac:grpSpMkLst>
        </pc:grpChg>
        <pc:grpChg chg="add mod ord">
          <ac:chgData name="Thorsten Heinze" userId="8373ecd2-b5b9-4b48-849d-3bee853f6cc0" providerId="ADAL" clId="{10FA6055-0BF2-40F3-B8F6-D0B2013BB3C7}" dt="2025-09-26T06:54:11.397" v="6300"/>
          <ac:grpSpMkLst>
            <pc:docMk/>
            <pc:sldMk cId="2351964825" sldId="266"/>
            <ac:grpSpMk id="58" creationId="{1005F076-1CA8-DBC0-3E19-EB204FC8D409}"/>
          </ac:grpSpMkLst>
        </pc:grpChg>
        <pc:grpChg chg="add mod ord">
          <ac:chgData name="Thorsten Heinze" userId="8373ecd2-b5b9-4b48-849d-3bee853f6cc0" providerId="ADAL" clId="{10FA6055-0BF2-40F3-B8F6-D0B2013BB3C7}" dt="2025-09-26T06:54:11.408" v="6330"/>
          <ac:grpSpMkLst>
            <pc:docMk/>
            <pc:sldMk cId="2351964825" sldId="266"/>
            <ac:grpSpMk id="59" creationId="{E8D25F46-C81A-746A-50F8-FB1C968464D4}"/>
          </ac:grpSpMkLst>
        </pc:grpChg>
        <pc:grpChg chg="add mod">
          <ac:chgData name="Thorsten Heinze" userId="8373ecd2-b5b9-4b48-849d-3bee853f6cc0" providerId="ADAL" clId="{10FA6055-0BF2-40F3-B8F6-D0B2013BB3C7}" dt="2025-09-26T05:41:07.055" v="5981" actId="164"/>
          <ac:grpSpMkLst>
            <pc:docMk/>
            <pc:sldMk cId="2351964825" sldId="266"/>
            <ac:grpSpMk id="73" creationId="{5E413AD2-0712-8B92-C7D3-05ABB5086781}"/>
          </ac:grpSpMkLst>
        </pc:grpChg>
        <pc:grpChg chg="mod">
          <ac:chgData name="Thorsten Heinze" userId="8373ecd2-b5b9-4b48-849d-3bee853f6cc0" providerId="ADAL" clId="{10FA6055-0BF2-40F3-B8F6-D0B2013BB3C7}" dt="2025-09-26T05:31:45.975" v="5931" actId="571"/>
          <ac:grpSpMkLst>
            <pc:docMk/>
            <pc:sldMk cId="2351964825" sldId="266"/>
            <ac:grpSpMk id="81" creationId="{628F30B6-2F9C-1554-963B-A80761E4451B}"/>
          </ac:grpSpMkLst>
        </pc:grpChg>
        <pc:grpChg chg="add del mod">
          <ac:chgData name="Thorsten Heinze" userId="8373ecd2-b5b9-4b48-849d-3bee853f6cc0" providerId="ADAL" clId="{10FA6055-0BF2-40F3-B8F6-D0B2013BB3C7}" dt="2025-09-26T05:35:12.322" v="5944" actId="165"/>
          <ac:grpSpMkLst>
            <pc:docMk/>
            <pc:sldMk cId="2351964825" sldId="266"/>
            <ac:grpSpMk id="91" creationId="{BA8D381C-EFAE-541D-B9B2-D8CC6CA29B79}"/>
          </ac:grpSpMkLst>
        </pc:grpChg>
        <pc:grpChg chg="del mod topLvl">
          <ac:chgData name="Thorsten Heinze" userId="8373ecd2-b5b9-4b48-849d-3bee853f6cc0" providerId="ADAL" clId="{10FA6055-0BF2-40F3-B8F6-D0B2013BB3C7}" dt="2025-09-26T05:35:16.601" v="5946" actId="478"/>
          <ac:grpSpMkLst>
            <pc:docMk/>
            <pc:sldMk cId="2351964825" sldId="266"/>
            <ac:grpSpMk id="96" creationId="{21A1178F-4C1C-5FD9-7B84-91DA6EF5969B}"/>
          </ac:grpSpMkLst>
        </pc:grpChg>
        <pc:grpChg chg="del">
          <ac:chgData name="Thorsten Heinze" userId="8373ecd2-b5b9-4b48-849d-3bee853f6cc0" providerId="ADAL" clId="{10FA6055-0BF2-40F3-B8F6-D0B2013BB3C7}" dt="2025-09-26T05:41:57.734" v="6022" actId="478"/>
          <ac:grpSpMkLst>
            <pc:docMk/>
            <pc:sldMk cId="2351964825" sldId="266"/>
            <ac:grpSpMk id="106" creationId="{AB4DD9AB-BE65-E2D9-FC03-BCAB01BE5F82}"/>
          </ac:grpSpMkLst>
        </pc:grpChg>
        <pc:grpChg chg="add mod ord">
          <ac:chgData name="Thorsten Heinze" userId="8373ecd2-b5b9-4b48-849d-3bee853f6cc0" providerId="ADAL" clId="{10FA6055-0BF2-40F3-B8F6-D0B2013BB3C7}" dt="2025-09-26T06:54:11.409" v="6332"/>
          <ac:grpSpMkLst>
            <pc:docMk/>
            <pc:sldMk cId="2351964825" sldId="266"/>
            <ac:grpSpMk id="121" creationId="{C52A8DF6-600F-088C-203C-D708DA02E922}"/>
          </ac:grpSpMkLst>
        </pc:grpChg>
        <pc:grpChg chg="add mod ord">
          <ac:chgData name="Thorsten Heinze" userId="8373ecd2-b5b9-4b48-849d-3bee853f6cc0" providerId="ADAL" clId="{10FA6055-0BF2-40F3-B8F6-D0B2013BB3C7}" dt="2025-09-26T06:54:11.411" v="6336"/>
          <ac:grpSpMkLst>
            <pc:docMk/>
            <pc:sldMk cId="2351964825" sldId="266"/>
            <ac:grpSpMk id="122" creationId="{8D5DDB59-4F49-AE33-08FC-B3451DA7F38B}"/>
          </ac:grpSpMkLst>
        </pc:grpChg>
        <pc:grpChg chg="mod ord">
          <ac:chgData name="Thorsten Heinze" userId="8373ecd2-b5b9-4b48-849d-3bee853f6cc0" providerId="ADAL" clId="{10FA6055-0BF2-40F3-B8F6-D0B2013BB3C7}" dt="2025-09-26T06:54:11.415" v="6346"/>
          <ac:grpSpMkLst>
            <pc:docMk/>
            <pc:sldMk cId="2351964825" sldId="266"/>
            <ac:grpSpMk id="123" creationId="{46C7AE1A-42FB-2FBA-5D92-8586215845BD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39" creationId="{D42865A9-A185-7A20-DE8F-9CF7C6083360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55" creationId="{AD270811-5ECE-5CF0-E2C3-60FCD9A9E557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71" creationId="{92108BB7-549E-0EBB-D1AD-F479A9B62E65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87" creationId="{1003B1D8-C271-83A2-28FF-4F1B30663B71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203" creationId="{D5AA002F-1D47-86F2-0442-EC46ED090CD3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219" creationId="{2CB39679-2B7F-A34E-9C8C-7D608F94985A}"/>
          </ac:grpSpMkLst>
        </pc:grpChg>
        <pc:grpChg chg="add mod ord">
          <ac:chgData name="Thorsten Heinze" userId="8373ecd2-b5b9-4b48-849d-3bee853f6cc0" providerId="ADAL" clId="{10FA6055-0BF2-40F3-B8F6-D0B2013BB3C7}" dt="2025-09-26T06:54:11.416" v="6348"/>
          <ac:grpSpMkLst>
            <pc:docMk/>
            <pc:sldMk cId="2351964825" sldId="266"/>
            <ac:grpSpMk id="235" creationId="{4DF1064F-64DE-166B-7952-852B76471A4E}"/>
          </ac:grpSpMkLst>
        </pc:grpChg>
        <pc:grpChg chg="add mod">
          <ac:chgData name="Thorsten Heinze" userId="8373ecd2-b5b9-4b48-849d-3bee853f6cc0" providerId="ADAL" clId="{10FA6055-0BF2-40F3-B8F6-D0B2013BB3C7}" dt="2025-09-26T06:54:51.611" v="6376" actId="1076"/>
          <ac:grpSpMkLst>
            <pc:docMk/>
            <pc:sldMk cId="2351964825" sldId="266"/>
            <ac:grpSpMk id="247" creationId="{4E3316D7-8356-538C-278D-A4E4E92DC663}"/>
          </ac:grpSpMkLst>
        </pc:grpChg>
        <pc:graphicFrameChg chg="add mod modVis">
          <ac:chgData name="Thorsten Heinze" userId="8373ecd2-b5b9-4b48-849d-3bee853f6cc0" providerId="ADAL" clId="{10FA6055-0BF2-40F3-B8F6-D0B2013BB3C7}" dt="2025-09-26T06:54:11.424" v="6366"/>
          <ac:graphicFrameMkLst>
            <pc:docMk/>
            <pc:sldMk cId="2351964825" sldId="266"/>
            <ac:graphicFrameMk id="4" creationId="{4BAC62AA-97C4-E4D0-224F-DE49B6347163}"/>
          </ac:graphicFrameMkLst>
        </pc:graphicFrameChg>
        <pc:picChg chg="add mod ord">
          <ac:chgData name="Thorsten Heinze" userId="8373ecd2-b5b9-4b48-849d-3bee853f6cc0" providerId="ADAL" clId="{10FA6055-0BF2-40F3-B8F6-D0B2013BB3C7}" dt="2025-09-26T06:54:11.391" v="6288"/>
          <ac:picMkLst>
            <pc:docMk/>
            <pc:sldMk cId="2351964825" sldId="266"/>
            <ac:picMk id="6" creationId="{1F8250AD-6338-F129-16DF-0339FC7BBF42}"/>
          </ac:picMkLst>
        </pc:picChg>
        <pc:picChg chg="add mod ord">
          <ac:chgData name="Thorsten Heinze" userId="8373ecd2-b5b9-4b48-849d-3bee853f6cc0" providerId="ADAL" clId="{10FA6055-0BF2-40F3-B8F6-D0B2013BB3C7}" dt="2025-09-26T06:54:11.393" v="6292"/>
          <ac:picMkLst>
            <pc:docMk/>
            <pc:sldMk cId="2351964825" sldId="266"/>
            <ac:picMk id="10" creationId="{15C61F6C-FE7C-E8B7-F753-4978BC7BA9E4}"/>
          </ac:picMkLst>
        </pc:picChg>
        <pc:picChg chg="add mod ord">
          <ac:chgData name="Thorsten Heinze" userId="8373ecd2-b5b9-4b48-849d-3bee853f6cc0" providerId="ADAL" clId="{10FA6055-0BF2-40F3-B8F6-D0B2013BB3C7}" dt="2025-09-26T06:54:11.394" v="6294"/>
          <ac:picMkLst>
            <pc:docMk/>
            <pc:sldMk cId="2351964825" sldId="266"/>
            <ac:picMk id="12" creationId="{F09424E2-6E76-4559-C09C-DD894196F902}"/>
          </ac:picMkLst>
        </pc:picChg>
        <pc:picChg chg="add mod ord">
          <ac:chgData name="Thorsten Heinze" userId="8373ecd2-b5b9-4b48-849d-3bee853f6cc0" providerId="ADAL" clId="{10FA6055-0BF2-40F3-B8F6-D0B2013BB3C7}" dt="2025-09-26T06:54:11.395" v="6296"/>
          <ac:picMkLst>
            <pc:docMk/>
            <pc:sldMk cId="2351964825" sldId="266"/>
            <ac:picMk id="14" creationId="{6B5E5F9E-85EA-16CA-9C2B-400D3AC41F32}"/>
          </ac:picMkLst>
        </pc:picChg>
        <pc:picChg chg="add del mod ord">
          <ac:chgData name="Thorsten Heinze" userId="8373ecd2-b5b9-4b48-849d-3bee853f6cc0" providerId="ADAL" clId="{10FA6055-0BF2-40F3-B8F6-D0B2013BB3C7}" dt="2025-09-26T05:30:24.459" v="5921" actId="478"/>
          <ac:picMkLst>
            <pc:docMk/>
            <pc:sldMk cId="2351964825" sldId="266"/>
            <ac:picMk id="16" creationId="{264FBB83-B18E-AA91-EA92-90F3536FA732}"/>
          </ac:picMkLst>
        </pc:picChg>
        <pc:picChg chg="add mod ord">
          <ac:chgData name="Thorsten Heinze" userId="8373ecd2-b5b9-4b48-849d-3bee853f6cc0" providerId="ADAL" clId="{10FA6055-0BF2-40F3-B8F6-D0B2013BB3C7}" dt="2025-09-26T06:54:11.396" v="6298"/>
          <ac:picMkLst>
            <pc:docMk/>
            <pc:sldMk cId="2351964825" sldId="266"/>
            <ac:picMk id="18" creationId="{C6E05DB8-F9D4-3BEC-87BE-923ACE7D03A2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19" creationId="{65AF4849-1A8F-C8A3-1D42-CBE4FFFAD2BE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20" creationId="{D255782D-6798-8FC9-A002-A7F1CA0BC747}"/>
          </ac:picMkLst>
        </pc:picChg>
        <pc:picChg chg="add mod ord">
          <ac:chgData name="Thorsten Heinze" userId="8373ecd2-b5b9-4b48-849d-3bee853f6cc0" providerId="ADAL" clId="{10FA6055-0BF2-40F3-B8F6-D0B2013BB3C7}" dt="2025-09-26T06:54:11.398" v="6302"/>
          <ac:picMkLst>
            <pc:docMk/>
            <pc:sldMk cId="2351964825" sldId="266"/>
            <ac:picMk id="22" creationId="{BFDD0FB6-1DC7-E961-A0DA-7515175A1B81}"/>
          </ac:picMkLst>
        </pc:picChg>
        <pc:picChg chg="add mod ord">
          <ac:chgData name="Thorsten Heinze" userId="8373ecd2-b5b9-4b48-849d-3bee853f6cc0" providerId="ADAL" clId="{10FA6055-0BF2-40F3-B8F6-D0B2013BB3C7}" dt="2025-09-26T06:54:11.402" v="6314"/>
          <ac:picMkLst>
            <pc:docMk/>
            <pc:sldMk cId="2351964825" sldId="266"/>
            <ac:picMk id="30" creationId="{5F53C76C-A526-0B66-3C88-6F8CC8382F90}"/>
          </ac:picMkLst>
        </pc:picChg>
        <pc:picChg chg="add mod ord">
          <ac:chgData name="Thorsten Heinze" userId="8373ecd2-b5b9-4b48-849d-3bee853f6cc0" providerId="ADAL" clId="{10FA6055-0BF2-40F3-B8F6-D0B2013BB3C7}" dt="2025-09-26T06:54:11.404" v="6318"/>
          <ac:picMkLst>
            <pc:docMk/>
            <pc:sldMk cId="2351964825" sldId="266"/>
            <ac:picMk id="33" creationId="{C9E9494A-3014-F7AB-1FE7-EFA213CD49CC}"/>
          </ac:picMkLst>
        </pc:picChg>
        <pc:picChg chg="add mod ord">
          <ac:chgData name="Thorsten Heinze" userId="8373ecd2-b5b9-4b48-849d-3bee853f6cc0" providerId="ADAL" clId="{10FA6055-0BF2-40F3-B8F6-D0B2013BB3C7}" dt="2025-09-26T06:54:11.405" v="6320"/>
          <ac:picMkLst>
            <pc:docMk/>
            <pc:sldMk cId="2351964825" sldId="266"/>
            <ac:picMk id="34" creationId="{DFD04A5C-A058-78C3-22EF-2E64A96FFC20}"/>
          </ac:picMkLst>
        </pc:picChg>
        <pc:picChg chg="add mod ord">
          <ac:chgData name="Thorsten Heinze" userId="8373ecd2-b5b9-4b48-849d-3bee853f6cc0" providerId="ADAL" clId="{10FA6055-0BF2-40F3-B8F6-D0B2013BB3C7}" dt="2025-09-26T06:54:11.405" v="6322"/>
          <ac:picMkLst>
            <pc:docMk/>
            <pc:sldMk cId="2351964825" sldId="266"/>
            <ac:picMk id="35" creationId="{FA419E93-6B7A-5076-27A3-ABCB54B1D436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6" creationId="{E5BBA2EA-CF61-0A77-8808-E0A28893892D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7" creationId="{C87ED42A-DAC2-2154-E174-9315D301229A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9" creationId="{34655857-CA98-8D54-CB61-37BD04B45DFE}"/>
          </ac:picMkLst>
        </pc:picChg>
        <pc:picChg chg="add mod ord">
          <ac:chgData name="Thorsten Heinze" userId="8373ecd2-b5b9-4b48-849d-3bee853f6cc0" providerId="ADAL" clId="{10FA6055-0BF2-40F3-B8F6-D0B2013BB3C7}" dt="2025-09-26T06:54:11.407" v="6326"/>
          <ac:picMkLst>
            <pc:docMk/>
            <pc:sldMk cId="2351964825" sldId="266"/>
            <ac:picMk id="42" creationId="{B5FD504A-908B-057F-4579-782CE8A246F6}"/>
          </ac:picMkLst>
        </pc:picChg>
        <pc:picChg chg="add mod ord">
          <ac:chgData name="Thorsten Heinze" userId="8373ecd2-b5b9-4b48-849d-3bee853f6cc0" providerId="ADAL" clId="{10FA6055-0BF2-40F3-B8F6-D0B2013BB3C7}" dt="2025-09-26T06:54:11.407" v="6328"/>
          <ac:picMkLst>
            <pc:docMk/>
            <pc:sldMk cId="2351964825" sldId="266"/>
            <ac:picMk id="43" creationId="{32482BBE-ECD5-041D-3EA3-8D09CFA32C3B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44" creationId="{0B14513B-4C28-6A89-DD10-38D370238127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45" creationId="{863BCEB8-8D1C-3113-A3F9-BED90C7EFA7C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47" creationId="{AD930E0F-7A80-E3DA-61D5-E1C2FDC75CB9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49" creationId="{B5A154C8-2E67-F855-7F61-6BC88CB9F995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51" creationId="{23B98640-4E4A-8C2E-BFDB-C4CB5CA2CBF3}"/>
          </ac:picMkLst>
        </pc:picChg>
        <pc:picChg chg="add del mod">
          <ac:chgData name="Thorsten Heinze" userId="8373ecd2-b5b9-4b48-849d-3bee853f6cc0" providerId="ADAL" clId="{10FA6055-0BF2-40F3-B8F6-D0B2013BB3C7}" dt="2025-09-26T05:39:04.628" v="5964" actId="478"/>
          <ac:picMkLst>
            <pc:docMk/>
            <pc:sldMk cId="2351964825" sldId="266"/>
            <ac:picMk id="61" creationId="{ED8D2387-DB7B-2FBC-FF06-69D553F66FD8}"/>
          </ac:picMkLst>
        </pc:picChg>
        <pc:picChg chg="add del mod">
          <ac:chgData name="Thorsten Heinze" userId="8373ecd2-b5b9-4b48-849d-3bee853f6cc0" providerId="ADAL" clId="{10FA6055-0BF2-40F3-B8F6-D0B2013BB3C7}" dt="2025-09-26T05:27:52.984" v="5847" actId="478"/>
          <ac:picMkLst>
            <pc:docMk/>
            <pc:sldMk cId="2351964825" sldId="266"/>
            <ac:picMk id="63" creationId="{924EB211-E282-F438-0DA2-C60CC9FB7259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5" creationId="{F1E34E5E-4087-9CD1-7C1E-039481049A6B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7" creationId="{440851F6-C2D8-05F5-9869-FD80AF8E982A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9" creationId="{04A1A20E-194A-3EDA-493C-3833350F4802}"/>
          </ac:picMkLst>
        </pc:picChg>
        <pc:picChg chg="add del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71" creationId="{374B6FFA-25F7-07DA-FB97-03539B2E908A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4" creationId="{EA90B825-9B0C-6B86-D688-138A79F243F9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5" creationId="{21D0314D-1AA5-2D64-66DB-843B9227A14D}"/>
          </ac:picMkLst>
        </pc:picChg>
        <pc:picChg chg="mod">
          <ac:chgData name="Thorsten Heinze" userId="8373ecd2-b5b9-4b48-849d-3bee853f6cc0" providerId="ADAL" clId="{10FA6055-0BF2-40F3-B8F6-D0B2013BB3C7}" dt="2025-09-26T05:31:56.112" v="5932" actId="14100"/>
          <ac:picMkLst>
            <pc:docMk/>
            <pc:sldMk cId="2351964825" sldId="266"/>
            <ac:picMk id="76" creationId="{C66CF0BF-D27E-9259-8680-E6F7811A095E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7" creationId="{BB763704-2444-5612-D631-50559F3AF11A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2" creationId="{238A36E2-6941-6C6F-5269-C1744F6AA8DE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3" creationId="{96D6A6F2-9742-2713-BAC8-87E25DE3A9F6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4" creationId="{D6CE6D1E-9F41-9560-8106-D9E25A639A19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6" creationId="{89D81E6F-1935-0951-8B27-C4EC418D7AAA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7" creationId="{83DB95FB-6BEE-1FAD-D24A-0E0E853867C7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8" creationId="{650C77BD-D2EB-7383-B36A-2C6BCD4E2FD2}"/>
          </ac:picMkLst>
        </pc:picChg>
        <pc:picChg chg="add mod ord">
          <ac:chgData name="Thorsten Heinze" userId="8373ecd2-b5b9-4b48-849d-3bee853f6cc0" providerId="ADAL" clId="{10FA6055-0BF2-40F3-B8F6-D0B2013BB3C7}" dt="2025-09-26T06:54:11.411" v="6338"/>
          <ac:picMkLst>
            <pc:docMk/>
            <pc:sldMk cId="2351964825" sldId="266"/>
            <ac:picMk id="90" creationId="{A0ED1B7E-C8AC-B10D-DFF9-8A603311FB5D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2" creationId="{E2006EC5-3B01-8C4A-1A8A-CA3F1328BD29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3" creationId="{336AB2C1-4FD5-4A03-CE5E-40B24D13E088}"/>
          </ac:picMkLst>
        </pc:picChg>
        <pc:picChg chg="mod ord topLvl">
          <ac:chgData name="Thorsten Heinze" userId="8373ecd2-b5b9-4b48-849d-3bee853f6cc0" providerId="ADAL" clId="{10FA6055-0BF2-40F3-B8F6-D0B2013BB3C7}" dt="2025-09-26T06:55:28.861" v="6377" actId="1076"/>
          <ac:picMkLst>
            <pc:docMk/>
            <pc:sldMk cId="2351964825" sldId="266"/>
            <ac:picMk id="94" creationId="{0653A2BA-FDB7-4C3C-C3C0-91E79886BF85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5" creationId="{841836F1-69F0-55C0-8301-B0E3F61F3920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0" creationId="{7465D4AB-F0F7-F725-B2DF-B0263E1572B3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1" creationId="{55FB8050-AFB2-64BE-E772-1D6472335950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2" creationId="{FE9C427F-C57E-53E2-C00A-D1CDD8DA84DA}"/>
          </ac:picMkLst>
        </pc:picChg>
        <pc:picChg chg="add mod ord">
          <ac:chgData name="Thorsten Heinze" userId="8373ecd2-b5b9-4b48-849d-3bee853f6cc0" providerId="ADAL" clId="{10FA6055-0BF2-40F3-B8F6-D0B2013BB3C7}" dt="2025-09-26T06:54:11.414" v="6344"/>
          <ac:picMkLst>
            <pc:docMk/>
            <pc:sldMk cId="2351964825" sldId="266"/>
            <ac:picMk id="105" creationId="{494F2B1B-BE37-F265-E01C-559556739251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7" creationId="{1DEC1AE9-710A-555F-7273-964D826AC2D9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8" creationId="{AB8BAA4F-8AB8-2538-E4E0-F1BC5F600A6F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9" creationId="{7780EB05-3774-46AB-69ED-4E9C2D3B2FF5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5" creationId="{D10C75AD-1B60-22BE-DA19-2086A569AEC5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6" creationId="{18B868E9-3CE0-3383-19BD-8F5E2244552A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7" creationId="{CA6BEEE7-BADA-C3C7-E6C8-0655A8DBD30B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18" creationId="{FE462A7C-C7BD-32F5-932E-F8CFBD329110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19" creationId="{4C6151B9-D54F-5F21-ABDF-54807C6BA965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20" creationId="{72E0AE8C-648E-8E42-6D2B-6DF5A18AB11F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5" creationId="{FB5E3DB4-855E-522D-0CCF-B64AABC89F61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6" creationId="{EF665CBC-D17F-2D2A-EBEA-30D0DFF77CDB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8" creationId="{1082E7CE-26E0-691B-1E14-E9F89BDC53ED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9" creationId="{A45A2DE7-40F5-7C12-68A8-7D839A7B525D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0" creationId="{50CD65C5-3114-9903-B6C3-26096636C734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1" creationId="{0A002F32-970D-F126-34F2-FCB3458195E9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6" creationId="{8D17594E-F078-9E9B-8EEC-78EEDC725715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7" creationId="{5E07E1EE-59E6-C9B3-322B-0B42B31F710A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8" creationId="{3EEC51E6-63CF-0222-72A9-756981111A64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1" creationId="{7CD40DD4-9087-6B8F-914D-8B98D11B4C97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2" creationId="{F13533CA-F3FD-C2BB-E350-C8A08B226125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3" creationId="{B3703C7B-961A-6BCC-693A-B83702D9DA3E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4" creationId="{8E5FF904-0EE2-53F9-B975-65E2494C049C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6" creationId="{141DC3F2-0755-B519-5A6B-F32F0ED0E832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7" creationId="{248937FD-0E34-B771-27CB-C0946D620E53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2" creationId="{82F422FD-B3A5-7E33-BD41-85CEF26B8AC5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3" creationId="{3497002F-2287-C917-DF93-F53C0BF0392A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4" creationId="{00548D2F-E9C5-53B0-1D7C-2D4B74418120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7" creationId="{A2C8857C-735D-E8A6-C3CE-9B294E11EE9C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8" creationId="{B03CE2E0-58D0-D048-7661-ECCE0462CF0A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9" creationId="{F7A9584E-47E5-3560-998D-4F1E5CE6CFC2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0" creationId="{6C9AD119-5914-1AC8-1E8E-D453F65C0152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1" creationId="{BD9A9115-23E9-B760-7ED5-68840F4B3F74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2" creationId="{4C148E60-CF55-39DC-256C-C069E9BBF25F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3" creationId="{5CC3AC37-B0A3-AC6A-4EAC-65B1A2330DB3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9" creationId="{908AFD04-0535-E412-895D-A35F543B18A7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70" creationId="{49C410E2-E2D9-40A9-D65E-89295ADE6283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3" creationId="{9D69A73F-1F98-DF25-1A69-58CFC2EE096D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4" creationId="{EC50DAC6-8C23-6BE9-146F-FEF1FA5AC14D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5" creationId="{872D2480-C82D-4EB5-18D2-B6AB89372D48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6" creationId="{2C4907D2-4795-CB4E-B938-364FC77CC4A4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7" creationId="{44454F94-8127-1CB1-6911-D790A3619169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8" creationId="{46BB4D58-F66F-DB0C-4E2E-DFE1493EC5AA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9" creationId="{BD522DE3-DFF1-4D72-7485-4297D6DA1D28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84" creationId="{F7FF531B-C797-6655-E493-DBF1B9CD01E1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86" creationId="{644EC18A-555A-EA63-4499-347103440A33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0" creationId="{43F3FA81-0F9F-5DBC-53F8-A6176DE8B82E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1" creationId="{065AF5C5-FF5F-466E-0B5C-A7EC693757FD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4" creationId="{B759C099-D41E-9A32-B4DD-B20C7B3367AA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5" creationId="{C87763AF-635C-CAAB-02F0-1B5F06806010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02" creationId="{30EC3FE5-F9EC-3E93-B3F5-F7848D6A19A2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10" creationId="{D1F2958E-8C22-CD79-FE44-94524FDBC2D7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26" creationId="{D949A45D-8A99-B603-85AF-0361335C15CA}"/>
          </ac:picMkLst>
        </pc:picChg>
        <pc:picChg chg="add mod ord">
          <ac:chgData name="Thorsten Heinze" userId="8373ecd2-b5b9-4b48-849d-3bee853f6cc0" providerId="ADAL" clId="{10FA6055-0BF2-40F3-B8F6-D0B2013BB3C7}" dt="2025-09-26T06:54:11.420" v="6356"/>
          <ac:picMkLst>
            <pc:docMk/>
            <pc:sldMk cId="2351964825" sldId="266"/>
            <ac:picMk id="240" creationId="{56AC3BD0-F28F-FB2F-1866-C2DCA465953A}"/>
          </ac:picMkLst>
        </pc:picChg>
        <pc:picChg chg="add mod ord">
          <ac:chgData name="Thorsten Heinze" userId="8373ecd2-b5b9-4b48-849d-3bee853f6cc0" providerId="ADAL" clId="{10FA6055-0BF2-40F3-B8F6-D0B2013BB3C7}" dt="2025-09-26T06:54:27.121" v="6370" actId="164"/>
          <ac:picMkLst>
            <pc:docMk/>
            <pc:sldMk cId="2351964825" sldId="266"/>
            <ac:picMk id="244" creationId="{F3BB4FEA-4FC0-B790-5A42-0035B2814BE6}"/>
          </ac:picMkLst>
        </pc:picChg>
        <pc:picChg chg="add mod ord">
          <ac:chgData name="Thorsten Heinze" userId="8373ecd2-b5b9-4b48-849d-3bee853f6cc0" providerId="ADAL" clId="{10FA6055-0BF2-40F3-B8F6-D0B2013BB3C7}" dt="2025-09-26T06:54:27.121" v="6370" actId="164"/>
          <ac:picMkLst>
            <pc:docMk/>
            <pc:sldMk cId="2351964825" sldId="266"/>
            <ac:picMk id="246" creationId="{AF6D52A4-C5DD-F696-BBA8-61A35492DB52}"/>
          </ac:picMkLst>
        </pc:picChg>
        <pc:cxnChg chg="add mod ord">
          <ac:chgData name="Thorsten Heinze" userId="8373ecd2-b5b9-4b48-849d-3bee853f6cc0" providerId="ADAL" clId="{10FA6055-0BF2-40F3-B8F6-D0B2013BB3C7}" dt="2025-09-26T06:54:11.399" v="6304"/>
          <ac:cxnSpMkLst>
            <pc:docMk/>
            <pc:sldMk cId="2351964825" sldId="266"/>
            <ac:cxnSpMk id="24" creationId="{98323DA9-448C-4ED4-4627-60B202029888}"/>
          </ac:cxnSpMkLst>
        </pc:cxnChg>
        <pc:cxnChg chg="add mod ord">
          <ac:chgData name="Thorsten Heinze" userId="8373ecd2-b5b9-4b48-849d-3bee853f6cc0" providerId="ADAL" clId="{10FA6055-0BF2-40F3-B8F6-D0B2013BB3C7}" dt="2025-09-26T06:54:11.400" v="6308"/>
          <ac:cxnSpMkLst>
            <pc:docMk/>
            <pc:sldMk cId="2351964825" sldId="266"/>
            <ac:cxnSpMk id="26" creationId="{B17FE50C-59FE-4A6A-A50F-D64FB01C8762}"/>
          </ac:cxnSpMkLst>
        </pc:cxnChg>
        <pc:cxnChg chg="add mod ord">
          <ac:chgData name="Thorsten Heinze" userId="8373ecd2-b5b9-4b48-849d-3bee853f6cc0" providerId="ADAL" clId="{10FA6055-0BF2-40F3-B8F6-D0B2013BB3C7}" dt="2025-09-26T06:54:11.402" v="6312"/>
          <ac:cxnSpMkLst>
            <pc:docMk/>
            <pc:sldMk cId="2351964825" sldId="266"/>
            <ac:cxnSpMk id="28" creationId="{14E5278A-E633-7514-1366-D6CD44E5C39E}"/>
          </ac:cxnSpMkLst>
        </pc:cxnChg>
        <pc:cxnChg chg="add mod ord">
          <ac:chgData name="Thorsten Heinze" userId="8373ecd2-b5b9-4b48-849d-3bee853f6cc0" providerId="ADAL" clId="{10FA6055-0BF2-40F3-B8F6-D0B2013BB3C7}" dt="2025-09-26T05:15:39.795" v="5826" actId="164"/>
          <ac:cxnSpMkLst>
            <pc:docMk/>
            <pc:sldMk cId="2351964825" sldId="266"/>
            <ac:cxnSpMk id="54" creationId="{BE3847BB-2E30-97B2-FBE6-E057D35DD9E3}"/>
          </ac:cxnSpMkLst>
        </pc:cxnChg>
        <pc:cxnChg chg="del">
          <ac:chgData name="Thorsten Heinze" userId="8373ecd2-b5b9-4b48-849d-3bee853f6cc0" providerId="ADAL" clId="{10FA6055-0BF2-40F3-B8F6-D0B2013BB3C7}" dt="2025-09-26T05:35:16.601" v="5946" actId="478"/>
          <ac:cxnSpMkLst>
            <pc:docMk/>
            <pc:sldMk cId="2351964825" sldId="266"/>
            <ac:cxnSpMk id="97" creationId="{82B7D1ED-266E-B631-83C7-9ED1577E35C0}"/>
          </ac:cxnSpMkLst>
        </pc:cxnChg>
      </pc:sldChg>
      <pc:sldChg chg="addSp delSp modSp add del mod">
        <pc:chgData name="Thorsten Heinze" userId="8373ecd2-b5b9-4b48-849d-3bee853f6cc0" providerId="ADAL" clId="{10FA6055-0BF2-40F3-B8F6-D0B2013BB3C7}" dt="2025-09-18T16:34:07.203" v="5270" actId="47"/>
        <pc:sldMkLst>
          <pc:docMk/>
          <pc:sldMk cId="3241201739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20F88-7D74-4DCC-B89C-03CB220DA755}" type="datetimeFigureOut">
              <a:rPr lang="de-DE" smtClean="0"/>
              <a:t>28.11.2025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F7A99-4242-439B-9281-B79B11F83A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54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60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197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679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3321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71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6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40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F799E-B25A-7CC0-029F-DF29742A1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F91566-837F-6196-91B2-178FF2C20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BEAA65-4E1B-682F-E53F-62554A8E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700396-118C-44AF-173A-BE4A0AC0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365EB-2B24-4F83-828A-F8AE0D0C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4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EE973-BEF2-F79A-B5AF-85A642F2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D63EB7-B881-A905-8ACF-540148436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6577E6-8E9C-73B2-3A18-AD92CA2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26B1C9-3857-E5A9-CDB5-A5074FD5D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679062-7363-F648-0BF0-E7C06A6A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56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2DDA0-1089-586C-6E71-15C16A73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EA823C-1FC2-CE06-F02B-DEB593491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76228C-652D-F4ED-DE22-48B444C9B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613C53-AF05-43C6-0283-B293B8C0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E8E87A-CF2A-DF49-77A0-AD501E68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64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CED1C-9F27-D720-199A-57A19F4B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BD5C0D-A404-9296-A527-2CDBE8534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8AAF9F-9B10-CCD7-C9BB-34B171F86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5E4609-4F6A-68F9-5BF7-BCAFFA55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56CA34-3355-2056-1493-16E44EA7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0E1DB-E976-D821-275E-C7AC8179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56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84A31-6342-AB94-8162-0E317342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B70006-527F-3B25-91AC-61127523E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6FD4BD-3AD8-5C96-FCEC-8D4D2F8A1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0FE7AA-CB8A-2AE5-1860-D7018EF8C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FB89CE7-23F9-A6CD-FAF0-33DF3014D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798CE9-16B7-9C72-BD82-BFC61C09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14A58AB-2E40-457D-ADBC-15753B83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3E513A-24F6-578A-3AF7-7FA66A5F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24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A656B-94DD-EB0C-39F6-7FC4C198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12AE09-26CA-07E6-8C71-20AF12AB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9B57E8-9CCA-0DBE-46D1-C23E0541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463B77-BCD6-3B8F-5332-39030C96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69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0D2589B-AE85-8105-0440-7144A1F1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A4180-B416-C6B6-0F70-878C79F5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2267D8-A36A-4F8F-1CCE-AFD20BD4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01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2C3C3-DFB0-1D70-C101-66D03C09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CADB4F-0E20-92A7-8CA4-897D692C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C1651A-2B5D-8DF4-DF47-25FE641A5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876F2D-6D05-D811-8F37-66C69246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033F60-D2C3-54AE-1475-730EE851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FADECA-417C-296E-5E27-C64B9EF3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37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89EB1-5B08-591D-8EE3-88B798DC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4B2F29-9972-9847-659B-3DD4E63FC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33D9A2-1CD5-BDA1-52AB-0C2458A18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B1DCD4-1BC7-53BF-8DBC-72CC57D1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A918AA-B78C-8E59-E8EC-BC239930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C06F46-0DBC-3B48-16EB-EFBC21D9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4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1526B-2A7A-ADA3-16AB-4E7017BC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33E28F4-CD08-6207-AFC2-65613550D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A551DF-044D-1736-1053-15D25D83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A9640E-9B71-60F1-3767-D07F385AE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D5F2EA-CED8-F25E-A933-FCA01602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9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AB5CF8-9DA7-0DDB-8FF9-A14104B03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DDB385-A026-A3AF-DBB1-222DCEA62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79A7C9-4E49-2BAD-FAE9-69DFB417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0224AC-5D6E-E38F-92A1-6DEDD4F4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87DE9-D686-214F-E59A-8BFCD7EF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44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54EA0F3-BA94-8FB4-E217-8F0B6FCE5B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18235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23" imgH="514" progId="TCLayout.ActiveDocument.1">
                  <p:embed/>
                </p:oleObj>
              </mc:Choice>
              <mc:Fallback>
                <p:oleObj name="think-cell Folie" r:id="rId14" imgW="523" imgH="51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4EA0F3-BA94-8FB4-E217-8F0B6FCE5B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4C43F2B-FB44-4FAA-084F-6E88050A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4B29C-95F8-7DF4-B8E7-05EA9EC5A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81A87C-6114-96CE-6341-8EB643A22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F7243-AACD-40BA-BA1A-14CD6D7CD372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563141-8DFF-D224-A54C-179A5AA1D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CE29C6-AEB8-F2B1-7260-123FDF34F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58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5" Type="http://schemas.openxmlformats.org/officeDocument/2006/relationships/image" Target="../media/image1.emf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5" Type="http://schemas.openxmlformats.org/officeDocument/2006/relationships/image" Target="../media/image1.emf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1.png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5.png"/><Relationship Id="rId7" Type="http://schemas.openxmlformats.org/officeDocument/2006/relationships/image" Target="../media/image20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tags" Target="../tags/tag4.xml"/><Relationship Id="rId6" Type="http://schemas.openxmlformats.org/officeDocument/2006/relationships/image" Target="../media/image19.png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5" Type="http://schemas.openxmlformats.org/officeDocument/2006/relationships/image" Target="../media/image1.emf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2.png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5.png"/><Relationship Id="rId7" Type="http://schemas.openxmlformats.org/officeDocument/2006/relationships/image" Target="../media/image20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tags" Target="../tags/tag5.xml"/><Relationship Id="rId6" Type="http://schemas.openxmlformats.org/officeDocument/2006/relationships/image" Target="../media/image19.png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5" Type="http://schemas.openxmlformats.org/officeDocument/2006/relationships/image" Target="../media/image1.emf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4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4.png"/><Relationship Id="rId18" Type="http://schemas.openxmlformats.org/officeDocument/2006/relationships/image" Target="../media/image10.png"/><Relationship Id="rId26" Type="http://schemas.openxmlformats.org/officeDocument/2006/relationships/image" Target="../media/image18.png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3.png"/><Relationship Id="rId7" Type="http://schemas.openxmlformats.org/officeDocument/2006/relationships/image" Target="../media/image20.png"/><Relationship Id="rId12" Type="http://schemas.openxmlformats.org/officeDocument/2006/relationships/image" Target="../media/image6.png"/><Relationship Id="rId17" Type="http://schemas.openxmlformats.org/officeDocument/2006/relationships/image" Target="../media/image9.png"/><Relationship Id="rId25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png"/><Relationship Id="rId20" Type="http://schemas.openxmlformats.org/officeDocument/2006/relationships/image" Target="../media/image12.png"/><Relationship Id="rId1" Type="http://schemas.openxmlformats.org/officeDocument/2006/relationships/tags" Target="../tags/tag6.xml"/><Relationship Id="rId6" Type="http://schemas.openxmlformats.org/officeDocument/2006/relationships/image" Target="../media/image19.png"/><Relationship Id="rId11" Type="http://schemas.openxmlformats.org/officeDocument/2006/relationships/image" Target="../media/image5.png"/><Relationship Id="rId24" Type="http://schemas.openxmlformats.org/officeDocument/2006/relationships/image" Target="../media/image16.png"/><Relationship Id="rId5" Type="http://schemas.openxmlformats.org/officeDocument/2006/relationships/image" Target="../media/image1.emf"/><Relationship Id="rId15" Type="http://schemas.openxmlformats.org/officeDocument/2006/relationships/image" Target="../media/image8.png"/><Relationship Id="rId23" Type="http://schemas.openxmlformats.org/officeDocument/2006/relationships/image" Target="../media/image15.png"/><Relationship Id="rId28" Type="http://schemas.openxmlformats.org/officeDocument/2006/relationships/image" Target="../media/image22.png"/><Relationship Id="rId10" Type="http://schemas.openxmlformats.org/officeDocument/2006/relationships/image" Target="../media/image4.png"/><Relationship Id="rId19" Type="http://schemas.openxmlformats.org/officeDocument/2006/relationships/image" Target="../media/image1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3.png"/><Relationship Id="rId14" Type="http://schemas.openxmlformats.org/officeDocument/2006/relationships/image" Target="../media/image7.png"/><Relationship Id="rId22" Type="http://schemas.openxmlformats.org/officeDocument/2006/relationships/image" Target="../media/image14.png"/><Relationship Id="rId27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5.png"/><Relationship Id="rId18" Type="http://schemas.openxmlformats.org/officeDocument/2006/relationships/image" Target="../media/image9.png"/><Relationship Id="rId26" Type="http://schemas.openxmlformats.org/officeDocument/2006/relationships/image" Target="../media/image17.png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29" Type="http://schemas.openxmlformats.org/officeDocument/2006/relationships/image" Target="../media/image22.png"/><Relationship Id="rId1" Type="http://schemas.openxmlformats.org/officeDocument/2006/relationships/tags" Target="../tags/tag8.xml"/><Relationship Id="rId6" Type="http://schemas.openxmlformats.org/officeDocument/2006/relationships/image" Target="../media/image19.png"/><Relationship Id="rId11" Type="http://schemas.openxmlformats.org/officeDocument/2006/relationships/image" Target="../media/image26.png"/><Relationship Id="rId24" Type="http://schemas.openxmlformats.org/officeDocument/2006/relationships/image" Target="../media/image15.png"/><Relationship Id="rId5" Type="http://schemas.openxmlformats.org/officeDocument/2006/relationships/image" Target="../media/image1.emf"/><Relationship Id="rId15" Type="http://schemas.openxmlformats.org/officeDocument/2006/relationships/image" Target="../media/image24.png"/><Relationship Id="rId23" Type="http://schemas.openxmlformats.org/officeDocument/2006/relationships/image" Target="../media/image14.png"/><Relationship Id="rId28" Type="http://schemas.openxmlformats.org/officeDocument/2006/relationships/image" Target="../media/image21.png"/><Relationship Id="rId10" Type="http://schemas.openxmlformats.org/officeDocument/2006/relationships/image" Target="../media/image4.png"/><Relationship Id="rId19" Type="http://schemas.openxmlformats.org/officeDocument/2006/relationships/image" Target="../media/image10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3.png"/><Relationship Id="rId14" Type="http://schemas.openxmlformats.org/officeDocument/2006/relationships/image" Target="../media/image6.png"/><Relationship Id="rId22" Type="http://schemas.openxmlformats.org/officeDocument/2006/relationships/image" Target="../media/image13.png"/><Relationship Id="rId2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666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220157" y="1800991"/>
            <a:ext cx="1017219" cy="1813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7879" y="1626517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133" y="2126886"/>
            <a:ext cx="828712" cy="516726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7631" y="4834806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</p:grp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1429" y="1633593"/>
            <a:ext cx="448946" cy="614861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8541" y="4549027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5397" y="2384014"/>
            <a:ext cx="511431" cy="443000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33121" y="5437540"/>
            <a:ext cx="1281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Pre-Processing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p1LoadRawDeviceData</a:t>
            </a:r>
          </a:p>
          <a:p>
            <a:r>
              <a:rPr lang="en-US" sz="800" noProof="0" dirty="0"/>
              <a:t>  - p1FieldsFilter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7809" y="2507846"/>
            <a:ext cx="198919" cy="195335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5BBA2EA-CF61-0A77-8808-E0A2889389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0326" y="4834806"/>
            <a:ext cx="511431" cy="443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4655857-CA98-8D54-CB61-37BD04B45D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8108" y="4887563"/>
            <a:ext cx="149626" cy="149626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863BCEB8-8D1C-3113-A3F9-BED90C7EFA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7734" y="4925679"/>
            <a:ext cx="198919" cy="195335"/>
          </a:xfrm>
          <a:prstGeom prst="rect">
            <a:avLst/>
          </a:prstGeom>
        </p:spPr>
      </p:pic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E1E805A9-BC69-DCB7-FD54-165D9C2D39AB}"/>
              </a:ext>
            </a:extLst>
          </p:cNvPr>
          <p:cNvGrpSpPr/>
          <p:nvPr/>
        </p:nvGrpSpPr>
        <p:grpSpPr>
          <a:xfrm rot="559622">
            <a:off x="3062453" y="4647154"/>
            <a:ext cx="418250" cy="147871"/>
            <a:chOff x="3664801" y="2485737"/>
            <a:chExt cx="418250" cy="147871"/>
          </a:xfrm>
        </p:grpSpPr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E2B0FB8C-CFBE-3CF2-DF58-87A9B70307E4}"/>
                </a:ext>
              </a:extLst>
            </p:cNvPr>
            <p:cNvSpPr/>
            <p:nvPr/>
          </p:nvSpPr>
          <p:spPr>
            <a:xfrm>
              <a:off x="3664801" y="2485737"/>
              <a:ext cx="418250" cy="147871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0D04E791-E34D-90D4-BD3F-3E52106B6D3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77500" y="2507962"/>
              <a:ext cx="384335" cy="106087"/>
              <a:chOff x="5533092" y="3218340"/>
              <a:chExt cx="1789608" cy="493977"/>
            </a:xfrm>
          </p:grpSpPr>
          <p:pic>
            <p:nvPicPr>
              <p:cNvPr id="47" name="Grafik 46">
                <a:extLst>
                  <a:ext uri="{FF2B5EF4-FFF2-40B4-BE49-F238E27FC236}">
                    <a16:creationId xmlns:a16="http://schemas.microsoft.com/office/drawing/2014/main" id="{AD930E0F-7A80-E3DA-61D5-E1C2FDC75C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33092" y="3218340"/>
                <a:ext cx="728718" cy="468462"/>
              </a:xfrm>
              <a:prstGeom prst="rect">
                <a:avLst/>
              </a:prstGeom>
            </p:spPr>
          </p:pic>
          <p:pic>
            <p:nvPicPr>
              <p:cNvPr id="49" name="Grafik 48">
                <a:extLst>
                  <a:ext uri="{FF2B5EF4-FFF2-40B4-BE49-F238E27FC236}">
                    <a16:creationId xmlns:a16="http://schemas.microsoft.com/office/drawing/2014/main" id="{B5A154C8-2E67-F855-7F61-6BC88CB9F9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61810" y="3226943"/>
                <a:ext cx="485889" cy="459859"/>
              </a:xfrm>
              <a:prstGeom prst="rect">
                <a:avLst/>
              </a:prstGeom>
            </p:spPr>
          </p:pic>
          <p:pic>
            <p:nvPicPr>
              <p:cNvPr id="51" name="Grafik 50">
                <a:extLst>
                  <a:ext uri="{FF2B5EF4-FFF2-40B4-BE49-F238E27FC236}">
                    <a16:creationId xmlns:a16="http://schemas.microsoft.com/office/drawing/2014/main" id="{23B98640-4E4A-8C2E-BFDB-C4CB5CA2C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89226" y="3269433"/>
                <a:ext cx="533474" cy="442884"/>
              </a:xfrm>
              <a:prstGeom prst="rect">
                <a:avLst/>
              </a:prstGeom>
            </p:spPr>
          </p:pic>
        </p:grpSp>
      </p:grp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E3847BB-2E30-97B2-FBE6-E057D35DD9E3}"/>
              </a:ext>
            </a:extLst>
          </p:cNvPr>
          <p:cNvCxnSpPr>
            <a:cxnSpLocks/>
          </p:cNvCxnSpPr>
          <p:nvPr/>
        </p:nvCxnSpPr>
        <p:spPr>
          <a:xfrm flipV="1">
            <a:off x="3028457" y="4607374"/>
            <a:ext cx="60654" cy="28018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8646" y="4293542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62663" y="5480663"/>
            <a:ext cx="18582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Processing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p1CreateResultCc</a:t>
            </a:r>
          </a:p>
          <a:p>
            <a:r>
              <a:rPr lang="en-US" sz="800" dirty="0"/>
              <a:t>  - p1DefaultValueTreatment</a:t>
            </a:r>
          </a:p>
          <a:p>
            <a:r>
              <a:rPr lang="en-US" sz="800" noProof="0" dirty="0"/>
              <a:t>  - </a:t>
            </a:r>
            <a:r>
              <a:rPr lang="en-US" sz="800" dirty="0"/>
              <a:t>p1OutOfRangeValueTreatment</a:t>
            </a:r>
          </a:p>
          <a:p>
            <a:r>
              <a:rPr lang="en-US" sz="800" noProof="0" dirty="0"/>
              <a:t>  - </a:t>
            </a:r>
            <a:r>
              <a:rPr lang="en-US" sz="800" dirty="0"/>
              <a:t>p1AirInterfaceCapacityCalculation</a:t>
            </a:r>
          </a:p>
          <a:p>
            <a:r>
              <a:rPr lang="en-US" sz="800" noProof="0" dirty="0"/>
              <a:t>  - </a:t>
            </a:r>
            <a:r>
              <a:rPr lang="en-US" sz="800" dirty="0"/>
              <a:t>p1EthernetKpiCalculation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p1FormattingOutputApt</a:t>
            </a:r>
          </a:p>
          <a:p>
            <a:r>
              <a:rPr lang="en-US" sz="800" dirty="0"/>
              <a:t>  - p1ComputeAirInterfaceNames</a:t>
            </a:r>
          </a:p>
          <a:p>
            <a:r>
              <a:rPr lang="en-US" sz="800" noProof="0" dirty="0"/>
              <a:t>  - </a:t>
            </a:r>
            <a:r>
              <a:rPr lang="en-US" sz="800" dirty="0"/>
              <a:t>p1ComputeAirInterfacePhysicalLag</a:t>
            </a:r>
          </a:p>
          <a:p>
            <a:r>
              <a:rPr lang="en-US" sz="800" noProof="0" dirty="0"/>
              <a:t> </a:t>
            </a:r>
            <a:r>
              <a:rPr lang="en-US" sz="800" dirty="0"/>
              <a:t> - p1ComputeEthContainerNames</a:t>
            </a:r>
            <a:endParaRPr lang="en-US" sz="800" noProof="0" dirty="0"/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707261" y="4591309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52825" y="4193357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9725" y="3962776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7831" y="5463571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Transmitting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p1TransmittingKafka</a:t>
            </a:r>
            <a:endParaRPr lang="en-US" sz="800" noProof="0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021F0CD-6289-D2E5-02B3-40C8BD41C766}"/>
              </a:ext>
            </a:extLst>
          </p:cNvPr>
          <p:cNvGrpSpPr/>
          <p:nvPr/>
        </p:nvGrpSpPr>
        <p:grpSpPr>
          <a:xfrm>
            <a:off x="8069572" y="4591309"/>
            <a:ext cx="686327" cy="701282"/>
            <a:chOff x="8062071" y="3642118"/>
            <a:chExt cx="686327" cy="701282"/>
          </a:xfrm>
        </p:grpSpPr>
        <p:pic>
          <p:nvPicPr>
            <p:cNvPr id="128" name="Grafik 127">
              <a:extLst>
                <a:ext uri="{FF2B5EF4-FFF2-40B4-BE49-F238E27FC236}">
                  <a16:creationId xmlns:a16="http://schemas.microsoft.com/office/drawing/2014/main" id="{1082E7CE-26E0-691B-1E14-E9F89BDC5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30" name="Grafik 129">
              <a:extLst>
                <a:ext uri="{FF2B5EF4-FFF2-40B4-BE49-F238E27FC236}">
                  <a16:creationId xmlns:a16="http://schemas.microsoft.com/office/drawing/2014/main" id="{50CD65C5-3114-9903-B6C3-26096636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0A002F32-970D-F126-34F2-FCB345819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3CB59501-75AA-0A15-27F0-EE2826AB8F7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FF3CEF8B-2450-D8CF-C9B0-15868AFB0428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35" name="Gruppieren 134">
                <a:extLst>
                  <a:ext uri="{FF2B5EF4-FFF2-40B4-BE49-F238E27FC236}">
                    <a16:creationId xmlns:a16="http://schemas.microsoft.com/office/drawing/2014/main" id="{17DD7458-8DBB-DE33-A0E4-5CA67BD2CF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36" name="Grafik 135">
                  <a:extLst>
                    <a:ext uri="{FF2B5EF4-FFF2-40B4-BE49-F238E27FC236}">
                      <a16:creationId xmlns:a16="http://schemas.microsoft.com/office/drawing/2014/main" id="{8D17594E-F078-9E9B-8EEC-78EEDC725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37" name="Grafik 136">
                  <a:extLst>
                    <a:ext uri="{FF2B5EF4-FFF2-40B4-BE49-F238E27FC236}">
                      <a16:creationId xmlns:a16="http://schemas.microsoft.com/office/drawing/2014/main" id="{5E07E1EE-59E6-C9B3-322B-0B42B31F71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38" name="Grafik 137">
                  <a:extLst>
                    <a:ext uri="{FF2B5EF4-FFF2-40B4-BE49-F238E27FC236}">
                      <a16:creationId xmlns:a16="http://schemas.microsoft.com/office/drawing/2014/main" id="{3EEC51E6-63CF-0222-72A9-756981111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104D138B-ABDF-D4D4-76B7-EE1F7B980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21261" y="4858251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DPMDP</a:t>
            </a:r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20773" y="3310980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5FE5353-7A03-06C6-B759-0F725520E30E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#251128</a:t>
            </a: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55D439C3-42B8-FDB5-468E-D49C7176395B}"/>
              </a:ext>
            </a:extLst>
          </p:cNvPr>
          <p:cNvSpPr/>
          <p:nvPr/>
        </p:nvSpPr>
        <p:spPr>
          <a:xfrm>
            <a:off x="377630" y="2997331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MWDI ES</a:t>
            </a: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EDD8DF57-C4DC-0274-04C7-AE0C3064004D}"/>
              </a:ext>
            </a:extLst>
          </p:cNvPr>
          <p:cNvSpPr/>
          <p:nvPr/>
        </p:nvSpPr>
        <p:spPr>
          <a:xfrm>
            <a:off x="2242443" y="3035868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108000" rtlCol="0" anchor="ctr"/>
          <a:lstStyle/>
          <a:p>
            <a:pPr algn="ctr"/>
            <a:r>
              <a:rPr lang="de-DE" sz="800" dirty="0"/>
              <a:t>MWDI ES</a:t>
            </a:r>
            <a:br>
              <a:rPr lang="de-DE" sz="800" dirty="0"/>
            </a:br>
            <a:r>
              <a:rPr lang="de-DE" sz="800" dirty="0"/>
              <a:t>Replica</a:t>
            </a:r>
          </a:p>
        </p:txBody>
      </p:sp>
      <p:sp>
        <p:nvSpPr>
          <p:cNvPr id="26" name="Pfeil: eingekerbt nach rechts 25">
            <a:extLst>
              <a:ext uri="{FF2B5EF4-FFF2-40B4-BE49-F238E27FC236}">
                <a16:creationId xmlns:a16="http://schemas.microsoft.com/office/drawing/2014/main" id="{3BFD74B8-D723-4F5F-DE79-EC607AF52C54}"/>
              </a:ext>
            </a:extLst>
          </p:cNvPr>
          <p:cNvSpPr/>
          <p:nvPr/>
        </p:nvSpPr>
        <p:spPr>
          <a:xfrm>
            <a:off x="1380420" y="3095599"/>
            <a:ext cx="684244" cy="232413"/>
          </a:xfrm>
          <a:prstGeom prst="notch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4D1F9BB-B4BE-47F4-9884-0A3DD20A6FCA}"/>
              </a:ext>
            </a:extLst>
          </p:cNvPr>
          <p:cNvCxnSpPr>
            <a:cxnSpLocks/>
          </p:cNvCxnSpPr>
          <p:nvPr/>
        </p:nvCxnSpPr>
        <p:spPr>
          <a:xfrm>
            <a:off x="2885196" y="3457838"/>
            <a:ext cx="1498034" cy="810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02096C68-F162-ABF8-D72C-D9F0171913A1}"/>
              </a:ext>
            </a:extLst>
          </p:cNvPr>
          <p:cNvSpPr txBox="1"/>
          <p:nvPr/>
        </p:nvSpPr>
        <p:spPr>
          <a:xfrm>
            <a:off x="1380420" y="2732768"/>
            <a:ext cx="656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/>
              <a:t>cronjob replication</a:t>
            </a:r>
          </a:p>
          <a:p>
            <a:pPr algn="ctr"/>
            <a:r>
              <a:rPr lang="en-US" sz="800" noProof="0"/>
              <a:t>by ES</a:t>
            </a:r>
            <a:endParaRPr lang="en-US" sz="800" noProof="0" dirty="0"/>
          </a:p>
        </p:txBody>
      </p:sp>
      <p:sp>
        <p:nvSpPr>
          <p:cNvPr id="32" name="Legende: Linie 31">
            <a:extLst>
              <a:ext uri="{FF2B5EF4-FFF2-40B4-BE49-F238E27FC236}">
                <a16:creationId xmlns:a16="http://schemas.microsoft.com/office/drawing/2014/main" id="{807A3B68-9115-A44C-7B20-227A0FD1DD97}"/>
              </a:ext>
            </a:extLst>
          </p:cNvPr>
          <p:cNvSpPr/>
          <p:nvPr/>
        </p:nvSpPr>
        <p:spPr>
          <a:xfrm>
            <a:off x="4930238" y="1003105"/>
            <a:ext cx="2181483" cy="215444"/>
          </a:xfrm>
          <a:prstGeom prst="borderCallout1">
            <a:avLst>
              <a:gd name="adj1" fmla="val 51908"/>
              <a:gd name="adj2" fmla="val -1600"/>
              <a:gd name="adj3" fmla="val 328029"/>
              <a:gd name="adj4" fmla="val -46405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tx1"/>
                </a:solidFill>
              </a:rPr>
              <a:t>regardAttributeValueChange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7" name="Legende: Linie 36">
            <a:extLst>
              <a:ext uri="{FF2B5EF4-FFF2-40B4-BE49-F238E27FC236}">
                <a16:creationId xmlns:a16="http://schemas.microsoft.com/office/drawing/2014/main" id="{ED299136-9B06-034B-3D67-7B84CCFDDD0B}"/>
              </a:ext>
            </a:extLst>
          </p:cNvPr>
          <p:cNvSpPr/>
          <p:nvPr/>
        </p:nvSpPr>
        <p:spPr>
          <a:xfrm>
            <a:off x="4730611" y="2213275"/>
            <a:ext cx="2624922" cy="215444"/>
          </a:xfrm>
          <a:prstGeom prst="borderCallout1">
            <a:avLst>
              <a:gd name="adj1" fmla="val 51908"/>
              <a:gd name="adj2" fmla="val -1600"/>
              <a:gd name="adj3" fmla="val 115388"/>
              <a:gd name="adj4" fmla="val -23167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tx1"/>
                </a:solidFill>
              </a:rPr>
              <a:t>p1ProcessingOrchestratorForHistoricalPmData</a:t>
            </a: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50083B-E936-4C04-65CE-5FF8579AB1E7}"/>
              </a:ext>
            </a:extLst>
          </p:cNvPr>
          <p:cNvSpPr/>
          <p:nvPr/>
        </p:nvSpPr>
        <p:spPr>
          <a:xfrm>
            <a:off x="171450" y="2828925"/>
            <a:ext cx="4758788" cy="2464594"/>
          </a:xfrm>
          <a:custGeom>
            <a:avLst/>
            <a:gdLst>
              <a:gd name="connsiteX0" fmla="*/ 3629025 w 4758788"/>
              <a:gd name="connsiteY0" fmla="*/ 21431 h 2464594"/>
              <a:gd name="connsiteX1" fmla="*/ 3664744 w 4758788"/>
              <a:gd name="connsiteY1" fmla="*/ 14288 h 2464594"/>
              <a:gd name="connsiteX2" fmla="*/ 3893344 w 4758788"/>
              <a:gd name="connsiteY2" fmla="*/ 0 h 2464594"/>
              <a:gd name="connsiteX3" fmla="*/ 4064794 w 4758788"/>
              <a:gd name="connsiteY3" fmla="*/ 7144 h 2464594"/>
              <a:gd name="connsiteX4" fmla="*/ 4129088 w 4758788"/>
              <a:gd name="connsiteY4" fmla="*/ 14288 h 2464594"/>
              <a:gd name="connsiteX5" fmla="*/ 4214813 w 4758788"/>
              <a:gd name="connsiteY5" fmla="*/ 21431 h 2464594"/>
              <a:gd name="connsiteX6" fmla="*/ 4279106 w 4758788"/>
              <a:gd name="connsiteY6" fmla="*/ 35719 h 2464594"/>
              <a:gd name="connsiteX7" fmla="*/ 4379119 w 4758788"/>
              <a:gd name="connsiteY7" fmla="*/ 42863 h 2464594"/>
              <a:gd name="connsiteX8" fmla="*/ 4421981 w 4758788"/>
              <a:gd name="connsiteY8" fmla="*/ 50006 h 2464594"/>
              <a:gd name="connsiteX9" fmla="*/ 4529138 w 4758788"/>
              <a:gd name="connsiteY9" fmla="*/ 64294 h 2464594"/>
              <a:gd name="connsiteX10" fmla="*/ 4579144 w 4758788"/>
              <a:gd name="connsiteY10" fmla="*/ 78581 h 2464594"/>
              <a:gd name="connsiteX11" fmla="*/ 4629150 w 4758788"/>
              <a:gd name="connsiteY11" fmla="*/ 107156 h 2464594"/>
              <a:gd name="connsiteX12" fmla="*/ 4700588 w 4758788"/>
              <a:gd name="connsiteY12" fmla="*/ 135731 h 2464594"/>
              <a:gd name="connsiteX13" fmla="*/ 4722019 w 4758788"/>
              <a:gd name="connsiteY13" fmla="*/ 164306 h 2464594"/>
              <a:gd name="connsiteX14" fmla="*/ 4736306 w 4758788"/>
              <a:gd name="connsiteY14" fmla="*/ 207169 h 2464594"/>
              <a:gd name="connsiteX15" fmla="*/ 4750594 w 4758788"/>
              <a:gd name="connsiteY15" fmla="*/ 242888 h 2464594"/>
              <a:gd name="connsiteX16" fmla="*/ 4750594 w 4758788"/>
              <a:gd name="connsiteY16" fmla="*/ 342900 h 2464594"/>
              <a:gd name="connsiteX17" fmla="*/ 4650581 w 4758788"/>
              <a:gd name="connsiteY17" fmla="*/ 485775 h 2464594"/>
              <a:gd name="connsiteX18" fmla="*/ 4521994 w 4758788"/>
              <a:gd name="connsiteY18" fmla="*/ 607219 h 2464594"/>
              <a:gd name="connsiteX19" fmla="*/ 4400550 w 4758788"/>
              <a:gd name="connsiteY19" fmla="*/ 685800 h 2464594"/>
              <a:gd name="connsiteX20" fmla="*/ 4200525 w 4758788"/>
              <a:gd name="connsiteY20" fmla="*/ 757238 h 2464594"/>
              <a:gd name="connsiteX21" fmla="*/ 4014788 w 4758788"/>
              <a:gd name="connsiteY21" fmla="*/ 842963 h 2464594"/>
              <a:gd name="connsiteX22" fmla="*/ 3864769 w 4758788"/>
              <a:gd name="connsiteY22" fmla="*/ 878681 h 2464594"/>
              <a:gd name="connsiteX23" fmla="*/ 3700463 w 4758788"/>
              <a:gd name="connsiteY23" fmla="*/ 928688 h 2464594"/>
              <a:gd name="connsiteX24" fmla="*/ 3500438 w 4758788"/>
              <a:gd name="connsiteY24" fmla="*/ 978694 h 2464594"/>
              <a:gd name="connsiteX25" fmla="*/ 3078956 w 4758788"/>
              <a:gd name="connsiteY25" fmla="*/ 1085850 h 2464594"/>
              <a:gd name="connsiteX26" fmla="*/ 2686050 w 4758788"/>
              <a:gd name="connsiteY26" fmla="*/ 1121569 h 2464594"/>
              <a:gd name="connsiteX27" fmla="*/ 2414588 w 4758788"/>
              <a:gd name="connsiteY27" fmla="*/ 1150144 h 2464594"/>
              <a:gd name="connsiteX28" fmla="*/ 1835944 w 4758788"/>
              <a:gd name="connsiteY28" fmla="*/ 1164431 h 2464594"/>
              <a:gd name="connsiteX29" fmla="*/ 1678781 w 4758788"/>
              <a:gd name="connsiteY29" fmla="*/ 1171575 h 2464594"/>
              <a:gd name="connsiteX30" fmla="*/ 1571625 w 4758788"/>
              <a:gd name="connsiteY30" fmla="*/ 1185863 h 2464594"/>
              <a:gd name="connsiteX31" fmla="*/ 1057275 w 4758788"/>
              <a:gd name="connsiteY31" fmla="*/ 1207294 h 2464594"/>
              <a:gd name="connsiteX32" fmla="*/ 878681 w 4758788"/>
              <a:gd name="connsiteY32" fmla="*/ 1243013 h 2464594"/>
              <a:gd name="connsiteX33" fmla="*/ 764381 w 4758788"/>
              <a:gd name="connsiteY33" fmla="*/ 1264444 h 2464594"/>
              <a:gd name="connsiteX34" fmla="*/ 578644 w 4758788"/>
              <a:gd name="connsiteY34" fmla="*/ 1328738 h 2464594"/>
              <a:gd name="connsiteX35" fmla="*/ 500063 w 4758788"/>
              <a:gd name="connsiteY35" fmla="*/ 1357313 h 2464594"/>
              <a:gd name="connsiteX36" fmla="*/ 450056 w 4758788"/>
              <a:gd name="connsiteY36" fmla="*/ 1371600 h 2464594"/>
              <a:gd name="connsiteX37" fmla="*/ 400050 w 4758788"/>
              <a:gd name="connsiteY37" fmla="*/ 1414463 h 2464594"/>
              <a:gd name="connsiteX38" fmla="*/ 257175 w 4758788"/>
              <a:gd name="connsiteY38" fmla="*/ 1485900 h 2464594"/>
              <a:gd name="connsiteX39" fmla="*/ 164306 w 4758788"/>
              <a:gd name="connsiteY39" fmla="*/ 1585913 h 2464594"/>
              <a:gd name="connsiteX40" fmla="*/ 78581 w 4758788"/>
              <a:gd name="connsiteY40" fmla="*/ 1678781 h 2464594"/>
              <a:gd name="connsiteX41" fmla="*/ 35719 w 4758788"/>
              <a:gd name="connsiteY41" fmla="*/ 1764506 h 2464594"/>
              <a:gd name="connsiteX42" fmla="*/ 0 w 4758788"/>
              <a:gd name="connsiteY42" fmla="*/ 1871663 h 2464594"/>
              <a:gd name="connsiteX43" fmla="*/ 7144 w 4758788"/>
              <a:gd name="connsiteY43" fmla="*/ 2050256 h 2464594"/>
              <a:gd name="connsiteX44" fmla="*/ 71438 w 4758788"/>
              <a:gd name="connsiteY44" fmla="*/ 2200275 h 2464594"/>
              <a:gd name="connsiteX45" fmla="*/ 150019 w 4758788"/>
              <a:gd name="connsiteY45" fmla="*/ 2314575 h 2464594"/>
              <a:gd name="connsiteX46" fmla="*/ 207169 w 4758788"/>
              <a:gd name="connsiteY46" fmla="*/ 2371725 h 2464594"/>
              <a:gd name="connsiteX47" fmla="*/ 235744 w 4758788"/>
              <a:gd name="connsiteY47" fmla="*/ 2400300 h 2464594"/>
              <a:gd name="connsiteX48" fmla="*/ 264319 w 4758788"/>
              <a:gd name="connsiteY48" fmla="*/ 2414588 h 2464594"/>
              <a:gd name="connsiteX49" fmla="*/ 321469 w 4758788"/>
              <a:gd name="connsiteY49" fmla="*/ 2450306 h 2464594"/>
              <a:gd name="connsiteX50" fmla="*/ 414338 w 4758788"/>
              <a:gd name="connsiteY50" fmla="*/ 2464594 h 2464594"/>
              <a:gd name="connsiteX51" fmla="*/ 757238 w 4758788"/>
              <a:gd name="connsiteY51" fmla="*/ 2457450 h 246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58788" h="2464594">
                <a:moveTo>
                  <a:pt x="3629025" y="21431"/>
                </a:moveTo>
                <a:cubicBezTo>
                  <a:pt x="3640931" y="19050"/>
                  <a:pt x="3652685" y="15707"/>
                  <a:pt x="3664744" y="14288"/>
                </a:cubicBezTo>
                <a:cubicBezTo>
                  <a:pt x="3730409" y="6563"/>
                  <a:pt x="3834215" y="2957"/>
                  <a:pt x="3893344" y="0"/>
                </a:cubicBezTo>
                <a:lnTo>
                  <a:pt x="4064794" y="7144"/>
                </a:lnTo>
                <a:cubicBezTo>
                  <a:pt x="4086318" y="8449"/>
                  <a:pt x="4107622" y="12244"/>
                  <a:pt x="4129088" y="14288"/>
                </a:cubicBezTo>
                <a:cubicBezTo>
                  <a:pt x="4157633" y="17006"/>
                  <a:pt x="4186238" y="19050"/>
                  <a:pt x="4214813" y="21431"/>
                </a:cubicBezTo>
                <a:cubicBezTo>
                  <a:pt x="4236244" y="26194"/>
                  <a:pt x="4257337" y="32879"/>
                  <a:pt x="4279106" y="35719"/>
                </a:cubicBezTo>
                <a:cubicBezTo>
                  <a:pt x="4312248" y="40042"/>
                  <a:pt x="4345862" y="39537"/>
                  <a:pt x="4379119" y="42863"/>
                </a:cubicBezTo>
                <a:cubicBezTo>
                  <a:pt x="4393531" y="44304"/>
                  <a:pt x="4407642" y="47958"/>
                  <a:pt x="4421981" y="50006"/>
                </a:cubicBezTo>
                <a:cubicBezTo>
                  <a:pt x="4450996" y="54151"/>
                  <a:pt x="4499456" y="58897"/>
                  <a:pt x="4529138" y="64294"/>
                </a:cubicBezTo>
                <a:cubicBezTo>
                  <a:pt x="4536327" y="65601"/>
                  <a:pt x="4570404" y="74211"/>
                  <a:pt x="4579144" y="78581"/>
                </a:cubicBezTo>
                <a:cubicBezTo>
                  <a:pt x="4596315" y="87167"/>
                  <a:pt x="4611779" y="98981"/>
                  <a:pt x="4629150" y="107156"/>
                </a:cubicBezTo>
                <a:cubicBezTo>
                  <a:pt x="4652356" y="118076"/>
                  <a:pt x="4700588" y="135731"/>
                  <a:pt x="4700588" y="135731"/>
                </a:cubicBezTo>
                <a:cubicBezTo>
                  <a:pt x="4707732" y="145256"/>
                  <a:pt x="4716695" y="153657"/>
                  <a:pt x="4722019" y="164306"/>
                </a:cubicBezTo>
                <a:cubicBezTo>
                  <a:pt x="4728754" y="177777"/>
                  <a:pt x="4731159" y="193015"/>
                  <a:pt x="4736306" y="207169"/>
                </a:cubicBezTo>
                <a:cubicBezTo>
                  <a:pt x="4740688" y="219221"/>
                  <a:pt x="4745831" y="230982"/>
                  <a:pt x="4750594" y="242888"/>
                </a:cubicBezTo>
                <a:cubicBezTo>
                  <a:pt x="4756098" y="275908"/>
                  <a:pt x="4765892" y="309522"/>
                  <a:pt x="4750594" y="342900"/>
                </a:cubicBezTo>
                <a:cubicBezTo>
                  <a:pt x="4695670" y="462732"/>
                  <a:pt x="4703834" y="427196"/>
                  <a:pt x="4650581" y="485775"/>
                </a:cubicBezTo>
                <a:cubicBezTo>
                  <a:pt x="4585155" y="557743"/>
                  <a:pt x="4621800" y="532365"/>
                  <a:pt x="4521994" y="607219"/>
                </a:cubicBezTo>
                <a:cubicBezTo>
                  <a:pt x="4481251" y="637776"/>
                  <a:pt x="4448574" y="666331"/>
                  <a:pt x="4400550" y="685800"/>
                </a:cubicBezTo>
                <a:cubicBezTo>
                  <a:pt x="4334937" y="712400"/>
                  <a:pt x="4264808" y="727569"/>
                  <a:pt x="4200525" y="757238"/>
                </a:cubicBezTo>
                <a:cubicBezTo>
                  <a:pt x="4138613" y="785813"/>
                  <a:pt x="4078911" y="819770"/>
                  <a:pt x="4014788" y="842963"/>
                </a:cubicBezTo>
                <a:cubicBezTo>
                  <a:pt x="3966449" y="860447"/>
                  <a:pt x="3914362" y="865156"/>
                  <a:pt x="3864769" y="878681"/>
                </a:cubicBezTo>
                <a:cubicBezTo>
                  <a:pt x="3809537" y="893744"/>
                  <a:pt x="3755670" y="913533"/>
                  <a:pt x="3700463" y="928688"/>
                </a:cubicBezTo>
                <a:cubicBezTo>
                  <a:pt x="3634188" y="946881"/>
                  <a:pt x="3566802" y="960827"/>
                  <a:pt x="3500438" y="978694"/>
                </a:cubicBezTo>
                <a:cubicBezTo>
                  <a:pt x="3345951" y="1020286"/>
                  <a:pt x="3244795" y="1061895"/>
                  <a:pt x="3078956" y="1085850"/>
                </a:cubicBezTo>
                <a:cubicBezTo>
                  <a:pt x="2948798" y="1104651"/>
                  <a:pt x="2816658" y="1106204"/>
                  <a:pt x="2686050" y="1121569"/>
                </a:cubicBezTo>
                <a:cubicBezTo>
                  <a:pt x="2625200" y="1128728"/>
                  <a:pt x="2469027" y="1148009"/>
                  <a:pt x="2414588" y="1150144"/>
                </a:cubicBezTo>
                <a:cubicBezTo>
                  <a:pt x="2221796" y="1157704"/>
                  <a:pt x="2028802" y="1158814"/>
                  <a:pt x="1835944" y="1164431"/>
                </a:cubicBezTo>
                <a:cubicBezTo>
                  <a:pt x="1783524" y="1165958"/>
                  <a:pt x="1731169" y="1169194"/>
                  <a:pt x="1678781" y="1171575"/>
                </a:cubicBezTo>
                <a:cubicBezTo>
                  <a:pt x="1643062" y="1176338"/>
                  <a:pt x="1607600" y="1183795"/>
                  <a:pt x="1571625" y="1185863"/>
                </a:cubicBezTo>
                <a:cubicBezTo>
                  <a:pt x="1400309" y="1195709"/>
                  <a:pt x="1057275" y="1207294"/>
                  <a:pt x="1057275" y="1207294"/>
                </a:cubicBezTo>
                <a:cubicBezTo>
                  <a:pt x="874687" y="1237724"/>
                  <a:pt x="1071638" y="1203090"/>
                  <a:pt x="878681" y="1243013"/>
                </a:cubicBezTo>
                <a:cubicBezTo>
                  <a:pt x="840721" y="1250867"/>
                  <a:pt x="801653" y="1253795"/>
                  <a:pt x="764381" y="1264444"/>
                </a:cubicBezTo>
                <a:cubicBezTo>
                  <a:pt x="701385" y="1282443"/>
                  <a:pt x="640456" y="1307020"/>
                  <a:pt x="578644" y="1328738"/>
                </a:cubicBezTo>
                <a:cubicBezTo>
                  <a:pt x="552348" y="1337977"/>
                  <a:pt x="526862" y="1349656"/>
                  <a:pt x="500063" y="1357313"/>
                </a:cubicBezTo>
                <a:lnTo>
                  <a:pt x="450056" y="1371600"/>
                </a:lnTo>
                <a:cubicBezTo>
                  <a:pt x="433387" y="1385888"/>
                  <a:pt x="418937" y="1403271"/>
                  <a:pt x="400050" y="1414463"/>
                </a:cubicBezTo>
                <a:cubicBezTo>
                  <a:pt x="354243" y="1441608"/>
                  <a:pt x="257175" y="1485900"/>
                  <a:pt x="257175" y="1485900"/>
                </a:cubicBezTo>
                <a:cubicBezTo>
                  <a:pt x="137945" y="1625003"/>
                  <a:pt x="295366" y="1443931"/>
                  <a:pt x="164306" y="1585913"/>
                </a:cubicBezTo>
                <a:cubicBezTo>
                  <a:pt x="42378" y="1718001"/>
                  <a:pt x="231883" y="1525482"/>
                  <a:pt x="78581" y="1678781"/>
                </a:cubicBezTo>
                <a:cubicBezTo>
                  <a:pt x="64294" y="1707356"/>
                  <a:pt x="46936" y="1734592"/>
                  <a:pt x="35719" y="1764506"/>
                </a:cubicBezTo>
                <a:cubicBezTo>
                  <a:pt x="8201" y="1837888"/>
                  <a:pt x="19877" y="1802093"/>
                  <a:pt x="0" y="1871663"/>
                </a:cubicBezTo>
                <a:cubicBezTo>
                  <a:pt x="2381" y="1931194"/>
                  <a:pt x="1583" y="1990937"/>
                  <a:pt x="7144" y="2050256"/>
                </a:cubicBezTo>
                <a:cubicBezTo>
                  <a:pt x="11205" y="2093572"/>
                  <a:pt x="57678" y="2176196"/>
                  <a:pt x="71438" y="2200275"/>
                </a:cubicBezTo>
                <a:cubicBezTo>
                  <a:pt x="102686" y="2254958"/>
                  <a:pt x="103497" y="2261849"/>
                  <a:pt x="150019" y="2314575"/>
                </a:cubicBezTo>
                <a:cubicBezTo>
                  <a:pt x="167844" y="2334776"/>
                  <a:pt x="188119" y="2352675"/>
                  <a:pt x="207169" y="2371725"/>
                </a:cubicBezTo>
                <a:cubicBezTo>
                  <a:pt x="216694" y="2381250"/>
                  <a:pt x="223696" y="2394276"/>
                  <a:pt x="235744" y="2400300"/>
                </a:cubicBezTo>
                <a:cubicBezTo>
                  <a:pt x="245269" y="2405063"/>
                  <a:pt x="255120" y="2409222"/>
                  <a:pt x="264319" y="2414588"/>
                </a:cubicBezTo>
                <a:cubicBezTo>
                  <a:pt x="283723" y="2425907"/>
                  <a:pt x="299230" y="2447129"/>
                  <a:pt x="321469" y="2450306"/>
                </a:cubicBezTo>
                <a:cubicBezTo>
                  <a:pt x="385814" y="2459499"/>
                  <a:pt x="354866" y="2454682"/>
                  <a:pt x="414338" y="2464594"/>
                </a:cubicBezTo>
                <a:cubicBezTo>
                  <a:pt x="690548" y="2456470"/>
                  <a:pt x="576228" y="2457450"/>
                  <a:pt x="757238" y="245745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3E51F27E-CD5F-3812-71E0-5DC4B69DE31F}"/>
              </a:ext>
            </a:extLst>
          </p:cNvPr>
          <p:cNvSpPr txBox="1"/>
          <p:nvPr/>
        </p:nvSpPr>
        <p:spPr>
          <a:xfrm>
            <a:off x="4930238" y="1224369"/>
            <a:ext cx="6090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As soon as the cronjob is notifying a list of </a:t>
            </a:r>
            <a:r>
              <a:rPr lang="en-US" sz="800" noProof="0" dirty="0" err="1"/>
              <a:t>ControlConstructs</a:t>
            </a:r>
            <a:r>
              <a:rPr lang="en-US" sz="800" noProof="0" dirty="0"/>
              <a:t> that have been updated in MWDI ES Replica,</a:t>
            </a:r>
          </a:p>
          <a:p>
            <a:r>
              <a:rPr lang="en-US" sz="800" dirty="0" err="1"/>
              <a:t>regardAttributeValueChange</a:t>
            </a:r>
            <a:r>
              <a:rPr lang="en-US" sz="800" dirty="0"/>
              <a:t> is initiating an instance of </a:t>
            </a:r>
            <a:r>
              <a:rPr lang="de-DE" sz="800" dirty="0"/>
              <a:t>p1ProcessingOrchestratorForHistoricalPmData </a:t>
            </a:r>
            <a:r>
              <a:rPr lang="en-US" sz="800" dirty="0"/>
              <a:t>for every </a:t>
            </a:r>
            <a:r>
              <a:rPr lang="en-US" sz="800" dirty="0" err="1"/>
              <a:t>MountName</a:t>
            </a:r>
            <a:r>
              <a:rPr lang="en-US" sz="800" dirty="0"/>
              <a:t> received</a:t>
            </a:r>
            <a:endParaRPr lang="en-US" sz="800" noProof="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3CD79B4-6A0A-33E8-9D50-6EA9E70C11DD}"/>
              </a:ext>
            </a:extLst>
          </p:cNvPr>
          <p:cNvCxnSpPr>
            <a:cxnSpLocks/>
          </p:cNvCxnSpPr>
          <p:nvPr/>
        </p:nvCxnSpPr>
        <p:spPr>
          <a:xfrm flipV="1">
            <a:off x="1960482" y="2191101"/>
            <a:ext cx="1237397" cy="72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D4355ACC-1A83-9F78-3AB2-52BD15E7EC8F}"/>
              </a:ext>
            </a:extLst>
          </p:cNvPr>
          <p:cNvSpPr txBox="1"/>
          <p:nvPr/>
        </p:nvSpPr>
        <p:spPr>
          <a:xfrm rot="19655142">
            <a:off x="2180034" y="2367502"/>
            <a:ext cx="737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notifications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C0EFDD8-452B-C734-A115-B02F72C9697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68411" y="4193356"/>
            <a:ext cx="2177884" cy="1101507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0E08141E-D93D-CCFC-9795-C011CD6D18AC}"/>
              </a:ext>
            </a:extLst>
          </p:cNvPr>
          <p:cNvSpPr txBox="1"/>
          <p:nvPr/>
        </p:nvSpPr>
        <p:spPr>
          <a:xfrm>
            <a:off x="9070670" y="5516341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Storing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p1Storing</a:t>
            </a:r>
            <a:endParaRPr lang="en-US" sz="800" noProof="0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612EC0BE-79DC-0DB7-BA37-B70D4D9B2C9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24658" y="4914895"/>
            <a:ext cx="1128101" cy="1057595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3A3828D-EEB9-6E56-BE92-8BDE01FA864D}"/>
              </a:ext>
            </a:extLst>
          </p:cNvPr>
          <p:cNvSpPr txBox="1"/>
          <p:nvPr/>
        </p:nvSpPr>
        <p:spPr>
          <a:xfrm>
            <a:off x="10824658" y="6016402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Serving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81033C4-AB7E-F9D7-752D-AE2210BD8E70}"/>
              </a:ext>
            </a:extLst>
          </p:cNvPr>
          <p:cNvGrpSpPr/>
          <p:nvPr/>
        </p:nvGrpSpPr>
        <p:grpSpPr>
          <a:xfrm>
            <a:off x="9588717" y="4864481"/>
            <a:ext cx="668381" cy="349898"/>
            <a:chOff x="8062071" y="3642118"/>
            <a:chExt cx="686327" cy="701282"/>
          </a:xfrm>
        </p:grpSpPr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6DACA5DD-3E47-8B64-6D14-94DED981A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41AC3DAF-99E1-9F74-664F-ACABE242E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B936E97B-5178-C5DD-0E0D-604E4BB28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CEEF5A9F-7A1C-A323-3201-D8C137E12CF5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3434A5FF-7957-128F-2E8F-D3F7B005E65F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01" name="Gruppieren 100">
                <a:extLst>
                  <a:ext uri="{FF2B5EF4-FFF2-40B4-BE49-F238E27FC236}">
                    <a16:creationId xmlns:a16="http://schemas.microsoft.com/office/drawing/2014/main" id="{A0D813AA-0603-BC3B-0E65-E74D18ECEEB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02" name="Grafik 101">
                  <a:extLst>
                    <a:ext uri="{FF2B5EF4-FFF2-40B4-BE49-F238E27FC236}">
                      <a16:creationId xmlns:a16="http://schemas.microsoft.com/office/drawing/2014/main" id="{4284DF0A-E1C9-F74E-C466-CD8ECD2638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04" name="Grafik 103">
                  <a:extLst>
                    <a:ext uri="{FF2B5EF4-FFF2-40B4-BE49-F238E27FC236}">
                      <a16:creationId xmlns:a16="http://schemas.microsoft.com/office/drawing/2014/main" id="{F740A43F-2701-A3BB-FB7A-4AA5B1587D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06" name="Grafik 105">
                  <a:extLst>
                    <a:ext uri="{FF2B5EF4-FFF2-40B4-BE49-F238E27FC236}">
                      <a16:creationId xmlns:a16="http://schemas.microsoft.com/office/drawing/2014/main" id="{7032DFE8-80E0-8246-5C65-3FDB9C1059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FA6ED225-9FF7-4418-D914-12BC73F5E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36F682AE-C8A7-5B6B-530B-73D0DFA86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68" name="Grafik 67">
              <a:extLst>
                <a:ext uri="{FF2B5EF4-FFF2-40B4-BE49-F238E27FC236}">
                  <a16:creationId xmlns:a16="http://schemas.microsoft.com/office/drawing/2014/main" id="{A0E7F57F-A6D4-A1FA-D092-0DE12FD8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98" name="Grafik 97">
              <a:extLst>
                <a:ext uri="{FF2B5EF4-FFF2-40B4-BE49-F238E27FC236}">
                  <a16:creationId xmlns:a16="http://schemas.microsoft.com/office/drawing/2014/main" id="{929D813A-E624-B73A-C510-FCB8C1403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4E91A404-A5B1-B717-4EA5-FBD1B90571AC}"/>
              </a:ext>
            </a:extLst>
          </p:cNvPr>
          <p:cNvGrpSpPr/>
          <p:nvPr/>
        </p:nvGrpSpPr>
        <p:grpSpPr>
          <a:xfrm>
            <a:off x="9679474" y="4839599"/>
            <a:ext cx="668381" cy="349898"/>
            <a:chOff x="8062071" y="3642118"/>
            <a:chExt cx="686327" cy="701282"/>
          </a:xfrm>
        </p:grpSpPr>
        <p:pic>
          <p:nvPicPr>
            <p:cNvPr id="108" name="Grafik 107">
              <a:extLst>
                <a:ext uri="{FF2B5EF4-FFF2-40B4-BE49-F238E27FC236}">
                  <a16:creationId xmlns:a16="http://schemas.microsoft.com/office/drawing/2014/main" id="{D33E47C3-23A3-0FA5-4879-8E82C9E8B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6A7B7AD4-668E-083B-4160-3D0AC2EB4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10" name="Grafik 109">
              <a:extLst>
                <a:ext uri="{FF2B5EF4-FFF2-40B4-BE49-F238E27FC236}">
                  <a16:creationId xmlns:a16="http://schemas.microsoft.com/office/drawing/2014/main" id="{376B7462-1E31-2C31-839E-7481BD6B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8018BFD3-97BB-BF30-C498-035DCC1D23FF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030E5D96-8B16-A8FC-4D3C-FFDFA0D3E381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17" name="Gruppieren 116">
                <a:extLst>
                  <a:ext uri="{FF2B5EF4-FFF2-40B4-BE49-F238E27FC236}">
                    <a16:creationId xmlns:a16="http://schemas.microsoft.com/office/drawing/2014/main" id="{1C49DC6A-2BA8-76A3-FA68-116C6807A5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18" name="Grafik 117">
                  <a:extLst>
                    <a:ext uri="{FF2B5EF4-FFF2-40B4-BE49-F238E27FC236}">
                      <a16:creationId xmlns:a16="http://schemas.microsoft.com/office/drawing/2014/main" id="{B5391715-A103-A441-3829-EFE11C3C7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19" name="Grafik 118">
                  <a:extLst>
                    <a:ext uri="{FF2B5EF4-FFF2-40B4-BE49-F238E27FC236}">
                      <a16:creationId xmlns:a16="http://schemas.microsoft.com/office/drawing/2014/main" id="{0D5BB3E5-8552-A82A-6256-6BE52ED792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20" name="Grafik 119">
                  <a:extLst>
                    <a:ext uri="{FF2B5EF4-FFF2-40B4-BE49-F238E27FC236}">
                      <a16:creationId xmlns:a16="http://schemas.microsoft.com/office/drawing/2014/main" id="{52514721-8A8B-72A5-DA6A-A84AD3869E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3B724E0F-424B-9BF6-DAFF-C94E16405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13" name="Grafik 112">
              <a:extLst>
                <a:ext uri="{FF2B5EF4-FFF2-40B4-BE49-F238E27FC236}">
                  <a16:creationId xmlns:a16="http://schemas.microsoft.com/office/drawing/2014/main" id="{866BDB76-0554-7B62-41E8-7D500BE6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14" name="Grafik 113">
              <a:extLst>
                <a:ext uri="{FF2B5EF4-FFF2-40B4-BE49-F238E27FC236}">
                  <a16:creationId xmlns:a16="http://schemas.microsoft.com/office/drawing/2014/main" id="{B0C61A8B-718B-134F-C87B-2BDD17F11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E175EF63-A131-FB5F-1EC5-1C8AD4AE5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EA48D481-94C0-5AC5-10AF-00BCC53FED16}"/>
              </a:ext>
            </a:extLst>
          </p:cNvPr>
          <p:cNvGrpSpPr/>
          <p:nvPr/>
        </p:nvGrpSpPr>
        <p:grpSpPr>
          <a:xfrm>
            <a:off x="9622528" y="4777850"/>
            <a:ext cx="668381" cy="349898"/>
            <a:chOff x="8062071" y="3642118"/>
            <a:chExt cx="686327" cy="701282"/>
          </a:xfrm>
        </p:grpSpPr>
        <p:pic>
          <p:nvPicPr>
            <p:cNvPr id="124" name="Grafik 123">
              <a:extLst>
                <a:ext uri="{FF2B5EF4-FFF2-40B4-BE49-F238E27FC236}">
                  <a16:creationId xmlns:a16="http://schemas.microsoft.com/office/drawing/2014/main" id="{85B68433-847A-B4F3-62FA-9B519B664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22B53B54-3A8D-2A7D-7BCE-1B020042E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0F57E4B2-42E3-D683-6B83-52AF17202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40" name="Gruppieren 139">
              <a:extLst>
                <a:ext uri="{FF2B5EF4-FFF2-40B4-BE49-F238E27FC236}">
                  <a16:creationId xmlns:a16="http://schemas.microsoft.com/office/drawing/2014/main" id="{957BF1F6-01CB-429C-0D4B-C6FC5DDE6710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E185FB5B-1DF6-44C2-4B89-68E0D1160A3B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46" name="Gruppieren 145">
                <a:extLst>
                  <a:ext uri="{FF2B5EF4-FFF2-40B4-BE49-F238E27FC236}">
                    <a16:creationId xmlns:a16="http://schemas.microsoft.com/office/drawing/2014/main" id="{5836215F-89F5-CC1D-AB75-98895C69FFE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47" name="Grafik 146">
                  <a:extLst>
                    <a:ext uri="{FF2B5EF4-FFF2-40B4-BE49-F238E27FC236}">
                      <a16:creationId xmlns:a16="http://schemas.microsoft.com/office/drawing/2014/main" id="{D8E11990-CA32-DDB8-0ECE-8027CC7942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48" name="Grafik 147">
                  <a:extLst>
                    <a:ext uri="{FF2B5EF4-FFF2-40B4-BE49-F238E27FC236}">
                      <a16:creationId xmlns:a16="http://schemas.microsoft.com/office/drawing/2014/main" id="{7A3A0FBC-EC78-0DD5-82D7-36EC5335DB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49" name="Grafik 148">
                  <a:extLst>
                    <a:ext uri="{FF2B5EF4-FFF2-40B4-BE49-F238E27FC236}">
                      <a16:creationId xmlns:a16="http://schemas.microsoft.com/office/drawing/2014/main" id="{7A403244-FBBE-492A-55D6-5E16F2056F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20B7FC96-2628-9E70-41B3-7529C17663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CF83CC56-4D0F-62A5-5084-E3D794849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43" name="Grafik 142">
              <a:extLst>
                <a:ext uri="{FF2B5EF4-FFF2-40B4-BE49-F238E27FC236}">
                  <a16:creationId xmlns:a16="http://schemas.microsoft.com/office/drawing/2014/main" id="{33B51CB9-B9BF-8701-6AA2-3A42FB073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44" name="Grafik 143">
              <a:extLst>
                <a:ext uri="{FF2B5EF4-FFF2-40B4-BE49-F238E27FC236}">
                  <a16:creationId xmlns:a16="http://schemas.microsoft.com/office/drawing/2014/main" id="{C35C9384-9219-BC7B-72AD-2E6C12065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50" name="Gruppieren 149">
            <a:extLst>
              <a:ext uri="{FF2B5EF4-FFF2-40B4-BE49-F238E27FC236}">
                <a16:creationId xmlns:a16="http://schemas.microsoft.com/office/drawing/2014/main" id="{7C586DA9-2A8F-118A-D0EC-C6739FD13077}"/>
              </a:ext>
            </a:extLst>
          </p:cNvPr>
          <p:cNvGrpSpPr/>
          <p:nvPr/>
        </p:nvGrpSpPr>
        <p:grpSpPr>
          <a:xfrm>
            <a:off x="9530575" y="4901423"/>
            <a:ext cx="668381" cy="349898"/>
            <a:chOff x="8062071" y="3642118"/>
            <a:chExt cx="686327" cy="701282"/>
          </a:xfrm>
        </p:grpSpPr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5E0E661D-C06C-CA33-5891-4C6F7AB7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52" name="Grafik 151">
              <a:extLst>
                <a:ext uri="{FF2B5EF4-FFF2-40B4-BE49-F238E27FC236}">
                  <a16:creationId xmlns:a16="http://schemas.microsoft.com/office/drawing/2014/main" id="{1F9B68CB-DA84-EE27-F821-BD61265D3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53" name="Grafik 152">
              <a:extLst>
                <a:ext uri="{FF2B5EF4-FFF2-40B4-BE49-F238E27FC236}">
                  <a16:creationId xmlns:a16="http://schemas.microsoft.com/office/drawing/2014/main" id="{9DF3B05E-A429-938A-5893-18FEF4902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54" name="Gruppieren 153">
              <a:extLst>
                <a:ext uri="{FF2B5EF4-FFF2-40B4-BE49-F238E27FC236}">
                  <a16:creationId xmlns:a16="http://schemas.microsoft.com/office/drawing/2014/main" id="{279184C9-B507-C5A5-F8B8-4CAB1151E96B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E7BBF8C4-1EE6-B33D-61BA-E3B42BD9D710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60" name="Gruppieren 159">
                <a:extLst>
                  <a:ext uri="{FF2B5EF4-FFF2-40B4-BE49-F238E27FC236}">
                    <a16:creationId xmlns:a16="http://schemas.microsoft.com/office/drawing/2014/main" id="{4B86D1D0-A781-6AB8-8EB5-F5047038C1B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61" name="Grafik 160">
                  <a:extLst>
                    <a:ext uri="{FF2B5EF4-FFF2-40B4-BE49-F238E27FC236}">
                      <a16:creationId xmlns:a16="http://schemas.microsoft.com/office/drawing/2014/main" id="{18F9097A-E8D8-93F1-174B-F917A4BBD0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62" name="Grafik 161">
                  <a:extLst>
                    <a:ext uri="{FF2B5EF4-FFF2-40B4-BE49-F238E27FC236}">
                      <a16:creationId xmlns:a16="http://schemas.microsoft.com/office/drawing/2014/main" id="{26D6526B-1F0A-9D4D-A683-87F2DA990E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63" name="Grafik 162">
                  <a:extLst>
                    <a:ext uri="{FF2B5EF4-FFF2-40B4-BE49-F238E27FC236}">
                      <a16:creationId xmlns:a16="http://schemas.microsoft.com/office/drawing/2014/main" id="{B3B75BBB-F7E5-C5C6-4E71-CD21B75A98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E24B07D6-2DA1-0568-51A7-675CF6659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56" name="Grafik 155">
              <a:extLst>
                <a:ext uri="{FF2B5EF4-FFF2-40B4-BE49-F238E27FC236}">
                  <a16:creationId xmlns:a16="http://schemas.microsoft.com/office/drawing/2014/main" id="{07A36702-89DA-DE19-FA54-8DE60962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33D54FB8-7C69-8976-66A0-22DBDCF40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58" name="Grafik 157">
              <a:extLst>
                <a:ext uri="{FF2B5EF4-FFF2-40B4-BE49-F238E27FC236}">
                  <a16:creationId xmlns:a16="http://schemas.microsoft.com/office/drawing/2014/main" id="{CB9B088E-E134-1FAA-D16F-36B033A7E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691E81F5-01B3-AB06-3FF2-16A778915BE2}"/>
              </a:ext>
            </a:extLst>
          </p:cNvPr>
          <p:cNvGrpSpPr/>
          <p:nvPr/>
        </p:nvGrpSpPr>
        <p:grpSpPr>
          <a:xfrm>
            <a:off x="9530575" y="4876541"/>
            <a:ext cx="668381" cy="349898"/>
            <a:chOff x="8062071" y="3642118"/>
            <a:chExt cx="686327" cy="701282"/>
          </a:xfrm>
        </p:grpSpPr>
        <p:pic>
          <p:nvPicPr>
            <p:cNvPr id="165" name="Grafik 164">
              <a:extLst>
                <a:ext uri="{FF2B5EF4-FFF2-40B4-BE49-F238E27FC236}">
                  <a16:creationId xmlns:a16="http://schemas.microsoft.com/office/drawing/2014/main" id="{6A4DB11E-C291-F468-DEB0-483B4125D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314B31C1-35E4-1B1E-F2A1-7871E939D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67" name="Grafik 166">
              <a:extLst>
                <a:ext uri="{FF2B5EF4-FFF2-40B4-BE49-F238E27FC236}">
                  <a16:creationId xmlns:a16="http://schemas.microsoft.com/office/drawing/2014/main" id="{9E68FED3-D387-4C71-1507-98885EEDA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68" name="Gruppieren 167">
              <a:extLst>
                <a:ext uri="{FF2B5EF4-FFF2-40B4-BE49-F238E27FC236}">
                  <a16:creationId xmlns:a16="http://schemas.microsoft.com/office/drawing/2014/main" id="{C2DA480E-B0B5-6061-D07F-E639D5A63848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1EDFCD5A-5CB2-6F51-F750-4DD6D6570799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74" name="Gruppieren 173">
                <a:extLst>
                  <a:ext uri="{FF2B5EF4-FFF2-40B4-BE49-F238E27FC236}">
                    <a16:creationId xmlns:a16="http://schemas.microsoft.com/office/drawing/2014/main" id="{A16B2EED-E6FF-EDFD-D3F4-F9385C6177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75" name="Grafik 174">
                  <a:extLst>
                    <a:ext uri="{FF2B5EF4-FFF2-40B4-BE49-F238E27FC236}">
                      <a16:creationId xmlns:a16="http://schemas.microsoft.com/office/drawing/2014/main" id="{638C83D4-E4E6-5656-5575-505161FC13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76" name="Grafik 175">
                  <a:extLst>
                    <a:ext uri="{FF2B5EF4-FFF2-40B4-BE49-F238E27FC236}">
                      <a16:creationId xmlns:a16="http://schemas.microsoft.com/office/drawing/2014/main" id="{FE11D574-4865-1CD7-13B6-D335EAEED9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77" name="Grafik 176">
                  <a:extLst>
                    <a:ext uri="{FF2B5EF4-FFF2-40B4-BE49-F238E27FC236}">
                      <a16:creationId xmlns:a16="http://schemas.microsoft.com/office/drawing/2014/main" id="{65B81943-0E59-7C31-B329-6E1C6411AD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69" name="Gerader Verbinder 168">
              <a:extLst>
                <a:ext uri="{FF2B5EF4-FFF2-40B4-BE49-F238E27FC236}">
                  <a16:creationId xmlns:a16="http://schemas.microsoft.com/office/drawing/2014/main" id="{D31BFFF0-2D9A-E54C-776B-8F92ADA67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70" name="Grafik 169">
              <a:extLst>
                <a:ext uri="{FF2B5EF4-FFF2-40B4-BE49-F238E27FC236}">
                  <a16:creationId xmlns:a16="http://schemas.microsoft.com/office/drawing/2014/main" id="{4F86B770-C5CA-5A77-D6B0-24997C66D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71" name="Grafik 170">
              <a:extLst>
                <a:ext uri="{FF2B5EF4-FFF2-40B4-BE49-F238E27FC236}">
                  <a16:creationId xmlns:a16="http://schemas.microsoft.com/office/drawing/2014/main" id="{7A385037-E90B-5C2E-6C58-EEA23BA4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72" name="Grafik 171">
              <a:extLst>
                <a:ext uri="{FF2B5EF4-FFF2-40B4-BE49-F238E27FC236}">
                  <a16:creationId xmlns:a16="http://schemas.microsoft.com/office/drawing/2014/main" id="{58423C0D-8A23-B89F-8FD1-E23E48858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78" name="Gruppieren 177">
            <a:extLst>
              <a:ext uri="{FF2B5EF4-FFF2-40B4-BE49-F238E27FC236}">
                <a16:creationId xmlns:a16="http://schemas.microsoft.com/office/drawing/2014/main" id="{BB0AABAF-A625-C1B5-CFF5-5C1F4379383E}"/>
              </a:ext>
            </a:extLst>
          </p:cNvPr>
          <p:cNvGrpSpPr/>
          <p:nvPr/>
        </p:nvGrpSpPr>
        <p:grpSpPr>
          <a:xfrm>
            <a:off x="9822867" y="4951186"/>
            <a:ext cx="668381" cy="349898"/>
            <a:chOff x="8062071" y="3642118"/>
            <a:chExt cx="686327" cy="701282"/>
          </a:xfrm>
        </p:grpSpPr>
        <p:pic>
          <p:nvPicPr>
            <p:cNvPr id="179" name="Grafik 178">
              <a:extLst>
                <a:ext uri="{FF2B5EF4-FFF2-40B4-BE49-F238E27FC236}">
                  <a16:creationId xmlns:a16="http://schemas.microsoft.com/office/drawing/2014/main" id="{0E1383C1-3B60-E05A-EFF4-8BAE267FC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80" name="Grafik 179">
              <a:extLst>
                <a:ext uri="{FF2B5EF4-FFF2-40B4-BE49-F238E27FC236}">
                  <a16:creationId xmlns:a16="http://schemas.microsoft.com/office/drawing/2014/main" id="{6D13AE9F-1482-D0B7-2B6C-57546639C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81" name="Grafik 180">
              <a:extLst>
                <a:ext uri="{FF2B5EF4-FFF2-40B4-BE49-F238E27FC236}">
                  <a16:creationId xmlns:a16="http://schemas.microsoft.com/office/drawing/2014/main" id="{3C38E592-FF1D-FBDC-5916-AFB497D2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82" name="Gruppieren 181">
              <a:extLst>
                <a:ext uri="{FF2B5EF4-FFF2-40B4-BE49-F238E27FC236}">
                  <a16:creationId xmlns:a16="http://schemas.microsoft.com/office/drawing/2014/main" id="{B421914F-7FB7-CE09-0DB4-D734249150C5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87" name="Rechteck 186">
                <a:extLst>
                  <a:ext uri="{FF2B5EF4-FFF2-40B4-BE49-F238E27FC236}">
                    <a16:creationId xmlns:a16="http://schemas.microsoft.com/office/drawing/2014/main" id="{F5BC0A5E-76D9-F744-9963-C7FB0CC39B4F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88" name="Gruppieren 187">
                <a:extLst>
                  <a:ext uri="{FF2B5EF4-FFF2-40B4-BE49-F238E27FC236}">
                    <a16:creationId xmlns:a16="http://schemas.microsoft.com/office/drawing/2014/main" id="{02924068-5C81-8ECB-C573-974CDA9ABA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89" name="Grafik 188">
                  <a:extLst>
                    <a:ext uri="{FF2B5EF4-FFF2-40B4-BE49-F238E27FC236}">
                      <a16:creationId xmlns:a16="http://schemas.microsoft.com/office/drawing/2014/main" id="{CA08BB72-2E78-459D-2A51-8AE4E72578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90" name="Grafik 189">
                  <a:extLst>
                    <a:ext uri="{FF2B5EF4-FFF2-40B4-BE49-F238E27FC236}">
                      <a16:creationId xmlns:a16="http://schemas.microsoft.com/office/drawing/2014/main" id="{BBA5E5C2-7557-1538-7F1D-194EB316B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91" name="Grafik 190">
                  <a:extLst>
                    <a:ext uri="{FF2B5EF4-FFF2-40B4-BE49-F238E27FC236}">
                      <a16:creationId xmlns:a16="http://schemas.microsoft.com/office/drawing/2014/main" id="{E2DAD4CD-3A1C-197A-1A51-71DB0D600B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83" name="Gerader Verbinder 182">
              <a:extLst>
                <a:ext uri="{FF2B5EF4-FFF2-40B4-BE49-F238E27FC236}">
                  <a16:creationId xmlns:a16="http://schemas.microsoft.com/office/drawing/2014/main" id="{E6447E12-422D-2576-E007-17045AD00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84" name="Grafik 183">
              <a:extLst>
                <a:ext uri="{FF2B5EF4-FFF2-40B4-BE49-F238E27FC236}">
                  <a16:creationId xmlns:a16="http://schemas.microsoft.com/office/drawing/2014/main" id="{8554AE2A-0A05-6B4D-4547-D21F46379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85" name="Grafik 184">
              <a:extLst>
                <a:ext uri="{FF2B5EF4-FFF2-40B4-BE49-F238E27FC236}">
                  <a16:creationId xmlns:a16="http://schemas.microsoft.com/office/drawing/2014/main" id="{18C3D5D4-0346-A11A-B6D1-6E0F1075E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86" name="Grafik 185">
              <a:extLst>
                <a:ext uri="{FF2B5EF4-FFF2-40B4-BE49-F238E27FC236}">
                  <a16:creationId xmlns:a16="http://schemas.microsoft.com/office/drawing/2014/main" id="{4157268D-5252-B76A-8573-24B2A2CF0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92" name="Gruppieren 191">
            <a:extLst>
              <a:ext uri="{FF2B5EF4-FFF2-40B4-BE49-F238E27FC236}">
                <a16:creationId xmlns:a16="http://schemas.microsoft.com/office/drawing/2014/main" id="{108B4162-E56C-4018-42C7-12A382BAD36F}"/>
              </a:ext>
            </a:extLst>
          </p:cNvPr>
          <p:cNvGrpSpPr/>
          <p:nvPr/>
        </p:nvGrpSpPr>
        <p:grpSpPr>
          <a:xfrm>
            <a:off x="9822867" y="4777015"/>
            <a:ext cx="668381" cy="349898"/>
            <a:chOff x="8062071" y="3642118"/>
            <a:chExt cx="686327" cy="701282"/>
          </a:xfrm>
        </p:grpSpPr>
        <p:pic>
          <p:nvPicPr>
            <p:cNvPr id="193" name="Grafik 192">
              <a:extLst>
                <a:ext uri="{FF2B5EF4-FFF2-40B4-BE49-F238E27FC236}">
                  <a16:creationId xmlns:a16="http://schemas.microsoft.com/office/drawing/2014/main" id="{648976CA-9FE9-48FB-6E06-836058007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94" name="Grafik 193">
              <a:extLst>
                <a:ext uri="{FF2B5EF4-FFF2-40B4-BE49-F238E27FC236}">
                  <a16:creationId xmlns:a16="http://schemas.microsoft.com/office/drawing/2014/main" id="{EA13AFC3-1BFF-7E5D-F177-A51011BE6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95" name="Grafik 194">
              <a:extLst>
                <a:ext uri="{FF2B5EF4-FFF2-40B4-BE49-F238E27FC236}">
                  <a16:creationId xmlns:a16="http://schemas.microsoft.com/office/drawing/2014/main" id="{04E2FBD7-EF62-7EC8-556F-787B1D20A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96" name="Gruppieren 195">
              <a:extLst>
                <a:ext uri="{FF2B5EF4-FFF2-40B4-BE49-F238E27FC236}">
                  <a16:creationId xmlns:a16="http://schemas.microsoft.com/office/drawing/2014/main" id="{0F1EB382-312B-79C0-A6A5-7169540137B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01" name="Rechteck 200">
                <a:extLst>
                  <a:ext uri="{FF2B5EF4-FFF2-40B4-BE49-F238E27FC236}">
                    <a16:creationId xmlns:a16="http://schemas.microsoft.com/office/drawing/2014/main" id="{8FABBA55-0E67-32BA-6AB7-DDD2FCCB65C6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02" name="Gruppieren 201">
                <a:extLst>
                  <a:ext uri="{FF2B5EF4-FFF2-40B4-BE49-F238E27FC236}">
                    <a16:creationId xmlns:a16="http://schemas.microsoft.com/office/drawing/2014/main" id="{05C1AAD2-9E46-67B5-A852-7C1200DF70C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03" name="Grafik 202">
                  <a:extLst>
                    <a:ext uri="{FF2B5EF4-FFF2-40B4-BE49-F238E27FC236}">
                      <a16:creationId xmlns:a16="http://schemas.microsoft.com/office/drawing/2014/main" id="{DB99C55F-25AE-EDDA-222E-C29FD7A492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04" name="Grafik 203">
                  <a:extLst>
                    <a:ext uri="{FF2B5EF4-FFF2-40B4-BE49-F238E27FC236}">
                      <a16:creationId xmlns:a16="http://schemas.microsoft.com/office/drawing/2014/main" id="{B2CADBC0-7C56-5670-5CED-BE4DCD55D4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05" name="Grafik 204">
                  <a:extLst>
                    <a:ext uri="{FF2B5EF4-FFF2-40B4-BE49-F238E27FC236}">
                      <a16:creationId xmlns:a16="http://schemas.microsoft.com/office/drawing/2014/main" id="{52F9EBA4-5987-4028-D83E-9EC2587EBB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97" name="Gerader Verbinder 196">
              <a:extLst>
                <a:ext uri="{FF2B5EF4-FFF2-40B4-BE49-F238E27FC236}">
                  <a16:creationId xmlns:a16="http://schemas.microsoft.com/office/drawing/2014/main" id="{ED5AB53E-A235-5380-0863-4C3768684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98" name="Grafik 197">
              <a:extLst>
                <a:ext uri="{FF2B5EF4-FFF2-40B4-BE49-F238E27FC236}">
                  <a16:creationId xmlns:a16="http://schemas.microsoft.com/office/drawing/2014/main" id="{E5185D51-6007-C0C1-FE0C-4FE250FE5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99" name="Grafik 198">
              <a:extLst>
                <a:ext uri="{FF2B5EF4-FFF2-40B4-BE49-F238E27FC236}">
                  <a16:creationId xmlns:a16="http://schemas.microsoft.com/office/drawing/2014/main" id="{F7837AFD-2993-B876-9D25-DD2B1DF93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00" name="Grafik 199">
              <a:extLst>
                <a:ext uri="{FF2B5EF4-FFF2-40B4-BE49-F238E27FC236}">
                  <a16:creationId xmlns:a16="http://schemas.microsoft.com/office/drawing/2014/main" id="{3951DEB1-3DBB-42AE-B339-E878909FD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206" name="Gruppieren 205">
            <a:extLst>
              <a:ext uri="{FF2B5EF4-FFF2-40B4-BE49-F238E27FC236}">
                <a16:creationId xmlns:a16="http://schemas.microsoft.com/office/drawing/2014/main" id="{F53A94B2-1CC7-05CA-5E30-9B63F824F553}"/>
              </a:ext>
            </a:extLst>
          </p:cNvPr>
          <p:cNvGrpSpPr/>
          <p:nvPr/>
        </p:nvGrpSpPr>
        <p:grpSpPr>
          <a:xfrm>
            <a:off x="9996799" y="4739693"/>
            <a:ext cx="668381" cy="349898"/>
            <a:chOff x="8062071" y="3642118"/>
            <a:chExt cx="686327" cy="701282"/>
          </a:xfrm>
        </p:grpSpPr>
        <p:pic>
          <p:nvPicPr>
            <p:cNvPr id="207" name="Grafik 206">
              <a:extLst>
                <a:ext uri="{FF2B5EF4-FFF2-40B4-BE49-F238E27FC236}">
                  <a16:creationId xmlns:a16="http://schemas.microsoft.com/office/drawing/2014/main" id="{44A882B0-89C8-7247-3574-A133041F1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08" name="Grafik 207">
              <a:extLst>
                <a:ext uri="{FF2B5EF4-FFF2-40B4-BE49-F238E27FC236}">
                  <a16:creationId xmlns:a16="http://schemas.microsoft.com/office/drawing/2014/main" id="{7919BE42-AF3B-D7EB-E70B-9C200765A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09" name="Grafik 208">
              <a:extLst>
                <a:ext uri="{FF2B5EF4-FFF2-40B4-BE49-F238E27FC236}">
                  <a16:creationId xmlns:a16="http://schemas.microsoft.com/office/drawing/2014/main" id="{EEC27134-8BA8-389D-745D-57D3029BF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10" name="Gruppieren 209">
              <a:extLst>
                <a:ext uri="{FF2B5EF4-FFF2-40B4-BE49-F238E27FC236}">
                  <a16:creationId xmlns:a16="http://schemas.microsoft.com/office/drawing/2014/main" id="{31A3B37B-AD14-85B2-D585-8BC007A7EABF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15" name="Rechteck 214">
                <a:extLst>
                  <a:ext uri="{FF2B5EF4-FFF2-40B4-BE49-F238E27FC236}">
                    <a16:creationId xmlns:a16="http://schemas.microsoft.com/office/drawing/2014/main" id="{D7C4E796-FDA1-5F63-04A2-2F6EC1242010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16" name="Gruppieren 215">
                <a:extLst>
                  <a:ext uri="{FF2B5EF4-FFF2-40B4-BE49-F238E27FC236}">
                    <a16:creationId xmlns:a16="http://schemas.microsoft.com/office/drawing/2014/main" id="{60A3EC84-356E-74D6-5B2D-3768934435B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17" name="Grafik 216">
                  <a:extLst>
                    <a:ext uri="{FF2B5EF4-FFF2-40B4-BE49-F238E27FC236}">
                      <a16:creationId xmlns:a16="http://schemas.microsoft.com/office/drawing/2014/main" id="{6A5266BD-B81C-E55C-BF36-0B3C9256DE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18" name="Grafik 217">
                  <a:extLst>
                    <a:ext uri="{FF2B5EF4-FFF2-40B4-BE49-F238E27FC236}">
                      <a16:creationId xmlns:a16="http://schemas.microsoft.com/office/drawing/2014/main" id="{22CDAC40-EC99-ED20-D79F-20698473A7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19" name="Grafik 218">
                  <a:extLst>
                    <a:ext uri="{FF2B5EF4-FFF2-40B4-BE49-F238E27FC236}">
                      <a16:creationId xmlns:a16="http://schemas.microsoft.com/office/drawing/2014/main" id="{65B05640-1D18-07A7-8A12-B31A914BCB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11" name="Gerader Verbinder 210">
              <a:extLst>
                <a:ext uri="{FF2B5EF4-FFF2-40B4-BE49-F238E27FC236}">
                  <a16:creationId xmlns:a16="http://schemas.microsoft.com/office/drawing/2014/main" id="{18514E08-AA10-4D96-EC24-51EF05AA9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12" name="Grafik 211">
              <a:extLst>
                <a:ext uri="{FF2B5EF4-FFF2-40B4-BE49-F238E27FC236}">
                  <a16:creationId xmlns:a16="http://schemas.microsoft.com/office/drawing/2014/main" id="{24B0F2AD-341D-494A-1253-6F0E91F59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13" name="Grafik 212">
              <a:extLst>
                <a:ext uri="{FF2B5EF4-FFF2-40B4-BE49-F238E27FC236}">
                  <a16:creationId xmlns:a16="http://schemas.microsoft.com/office/drawing/2014/main" id="{C9E62BA5-E2EF-C45A-C5DC-B78B78822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14" name="Grafik 213">
              <a:extLst>
                <a:ext uri="{FF2B5EF4-FFF2-40B4-BE49-F238E27FC236}">
                  <a16:creationId xmlns:a16="http://schemas.microsoft.com/office/drawing/2014/main" id="{AA9A65A0-FF9C-E9E5-2D4B-869F1C630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220" name="Gruppieren 219">
            <a:extLst>
              <a:ext uri="{FF2B5EF4-FFF2-40B4-BE49-F238E27FC236}">
                <a16:creationId xmlns:a16="http://schemas.microsoft.com/office/drawing/2014/main" id="{B2210BCA-7409-DB6F-9BA5-75E9CACD3A94}"/>
              </a:ext>
            </a:extLst>
          </p:cNvPr>
          <p:cNvGrpSpPr/>
          <p:nvPr/>
        </p:nvGrpSpPr>
        <p:grpSpPr>
          <a:xfrm>
            <a:off x="9822867" y="4864100"/>
            <a:ext cx="668381" cy="349898"/>
            <a:chOff x="8062071" y="3642118"/>
            <a:chExt cx="686327" cy="701282"/>
          </a:xfrm>
        </p:grpSpPr>
        <p:pic>
          <p:nvPicPr>
            <p:cNvPr id="221" name="Grafik 220">
              <a:extLst>
                <a:ext uri="{FF2B5EF4-FFF2-40B4-BE49-F238E27FC236}">
                  <a16:creationId xmlns:a16="http://schemas.microsoft.com/office/drawing/2014/main" id="{1AF7B392-7310-D958-ED6E-91720CC23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22" name="Grafik 221">
              <a:extLst>
                <a:ext uri="{FF2B5EF4-FFF2-40B4-BE49-F238E27FC236}">
                  <a16:creationId xmlns:a16="http://schemas.microsoft.com/office/drawing/2014/main" id="{C657E597-75C1-413A-AFEA-38A3358D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23" name="Grafik 222">
              <a:extLst>
                <a:ext uri="{FF2B5EF4-FFF2-40B4-BE49-F238E27FC236}">
                  <a16:creationId xmlns:a16="http://schemas.microsoft.com/office/drawing/2014/main" id="{B31A02D8-877C-10AC-1879-5CB6099F7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24" name="Gruppieren 223">
              <a:extLst>
                <a:ext uri="{FF2B5EF4-FFF2-40B4-BE49-F238E27FC236}">
                  <a16:creationId xmlns:a16="http://schemas.microsoft.com/office/drawing/2014/main" id="{F976CBAC-A4A3-BED3-1CE0-EA430186931E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29" name="Rechteck 228">
                <a:extLst>
                  <a:ext uri="{FF2B5EF4-FFF2-40B4-BE49-F238E27FC236}">
                    <a16:creationId xmlns:a16="http://schemas.microsoft.com/office/drawing/2014/main" id="{8C615C79-C16C-FBDA-E321-C992059FA98B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30" name="Gruppieren 229">
                <a:extLst>
                  <a:ext uri="{FF2B5EF4-FFF2-40B4-BE49-F238E27FC236}">
                    <a16:creationId xmlns:a16="http://schemas.microsoft.com/office/drawing/2014/main" id="{259B4731-B9F1-E8A0-B27F-01C16A44A8F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31" name="Grafik 230">
                  <a:extLst>
                    <a:ext uri="{FF2B5EF4-FFF2-40B4-BE49-F238E27FC236}">
                      <a16:creationId xmlns:a16="http://schemas.microsoft.com/office/drawing/2014/main" id="{E305A64E-DD57-D78B-8B18-ACDB2E104C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32" name="Grafik 231">
                  <a:extLst>
                    <a:ext uri="{FF2B5EF4-FFF2-40B4-BE49-F238E27FC236}">
                      <a16:creationId xmlns:a16="http://schemas.microsoft.com/office/drawing/2014/main" id="{B9518325-EDA9-045A-64CE-DBE271E90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33" name="Grafik 232">
                  <a:extLst>
                    <a:ext uri="{FF2B5EF4-FFF2-40B4-BE49-F238E27FC236}">
                      <a16:creationId xmlns:a16="http://schemas.microsoft.com/office/drawing/2014/main" id="{8D530FF4-522B-9FE7-4C28-82E7AFDF2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25" name="Gerader Verbinder 224">
              <a:extLst>
                <a:ext uri="{FF2B5EF4-FFF2-40B4-BE49-F238E27FC236}">
                  <a16:creationId xmlns:a16="http://schemas.microsoft.com/office/drawing/2014/main" id="{D26FE4CF-1C9F-A947-D72E-D6AF13C19B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26" name="Grafik 225">
              <a:extLst>
                <a:ext uri="{FF2B5EF4-FFF2-40B4-BE49-F238E27FC236}">
                  <a16:creationId xmlns:a16="http://schemas.microsoft.com/office/drawing/2014/main" id="{6FA8DBB7-D431-4186-A954-ECE316E17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27" name="Grafik 226">
              <a:extLst>
                <a:ext uri="{FF2B5EF4-FFF2-40B4-BE49-F238E27FC236}">
                  <a16:creationId xmlns:a16="http://schemas.microsoft.com/office/drawing/2014/main" id="{194A5247-7574-11D5-3852-E1DB24C7D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28" name="Grafik 227">
              <a:extLst>
                <a:ext uri="{FF2B5EF4-FFF2-40B4-BE49-F238E27FC236}">
                  <a16:creationId xmlns:a16="http://schemas.microsoft.com/office/drawing/2014/main" id="{FEACEC88-D226-2154-78A1-6A0DBBAA1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15" name="Zylinder 14">
            <a:extLst>
              <a:ext uri="{FF2B5EF4-FFF2-40B4-BE49-F238E27FC236}">
                <a16:creationId xmlns:a16="http://schemas.microsoft.com/office/drawing/2014/main" id="{2927D718-4865-206C-FBF5-9925DAE985FB}"/>
              </a:ext>
            </a:extLst>
          </p:cNvPr>
          <p:cNvSpPr/>
          <p:nvPr/>
        </p:nvSpPr>
        <p:spPr>
          <a:xfrm>
            <a:off x="10989405" y="4093504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DPMDP ES</a:t>
            </a:r>
          </a:p>
        </p:txBody>
      </p:sp>
      <p:sp>
        <p:nvSpPr>
          <p:cNvPr id="46" name="Sprechblase: rechteckig 45">
            <a:extLst>
              <a:ext uri="{FF2B5EF4-FFF2-40B4-BE49-F238E27FC236}">
                <a16:creationId xmlns:a16="http://schemas.microsoft.com/office/drawing/2014/main" id="{FADAA14B-95F3-8F31-4935-605F43B81E9E}"/>
              </a:ext>
            </a:extLst>
          </p:cNvPr>
          <p:cNvSpPr/>
          <p:nvPr/>
        </p:nvSpPr>
        <p:spPr>
          <a:xfrm>
            <a:off x="5650799" y="500063"/>
            <a:ext cx="1635825" cy="314997"/>
          </a:xfrm>
          <a:prstGeom prst="wedgeRectCallout">
            <a:avLst>
              <a:gd name="adj1" fmla="val -44897"/>
              <a:gd name="adj2" fmla="val 107858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 dirty="0">
                <a:solidFill>
                  <a:schemeClr val="tx1"/>
                </a:solidFill>
              </a:rPr>
              <a:t>? </a:t>
            </a:r>
            <a:r>
              <a:rPr lang="de-DE" sz="800" dirty="0" err="1">
                <a:solidFill>
                  <a:schemeClr val="tx1"/>
                </a:solidFill>
              </a:rPr>
              <a:t>rename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regardUpdatedCc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48" name="Sprechblase: rechteckig 47">
            <a:extLst>
              <a:ext uri="{FF2B5EF4-FFF2-40B4-BE49-F238E27FC236}">
                <a16:creationId xmlns:a16="http://schemas.microsoft.com/office/drawing/2014/main" id="{F51B8E48-A238-C91B-0F18-945FE0634F2D}"/>
              </a:ext>
            </a:extLst>
          </p:cNvPr>
          <p:cNvSpPr/>
          <p:nvPr/>
        </p:nvSpPr>
        <p:spPr>
          <a:xfrm>
            <a:off x="5650799" y="1730600"/>
            <a:ext cx="2502407" cy="314997"/>
          </a:xfrm>
          <a:prstGeom prst="wedgeRectCallout">
            <a:avLst>
              <a:gd name="adj1" fmla="val -44897"/>
              <a:gd name="adj2" fmla="val 107858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 dirty="0">
                <a:solidFill>
                  <a:schemeClr val="tx1"/>
                </a:solidFill>
              </a:rPr>
              <a:t>? </a:t>
            </a:r>
            <a:r>
              <a:rPr lang="de-DE" sz="800" dirty="0" err="1">
                <a:solidFill>
                  <a:schemeClr val="tx1"/>
                </a:solidFill>
              </a:rPr>
              <a:t>rename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p1ProcessingHistoricalPmData</a:t>
            </a:r>
          </a:p>
          <a:p>
            <a:r>
              <a:rPr lang="de-DE" sz="800" dirty="0">
                <a:solidFill>
                  <a:schemeClr val="tx1"/>
                </a:solidFill>
              </a:rPr>
              <a:t>	</a:t>
            </a:r>
            <a:r>
              <a:rPr lang="de-DE" sz="800" dirty="0" err="1">
                <a:solidFill>
                  <a:schemeClr val="tx1"/>
                </a:solidFill>
              </a:rPr>
              <a:t>or</a:t>
            </a:r>
            <a:r>
              <a:rPr lang="de-DE" sz="800" dirty="0">
                <a:solidFill>
                  <a:schemeClr val="tx1"/>
                </a:solidFill>
              </a:rPr>
              <a:t> p1Processing</a:t>
            </a:r>
          </a:p>
        </p:txBody>
      </p:sp>
      <p:sp>
        <p:nvSpPr>
          <p:cNvPr id="50" name="Sprechblase: rechteckig 49">
            <a:extLst>
              <a:ext uri="{FF2B5EF4-FFF2-40B4-BE49-F238E27FC236}">
                <a16:creationId xmlns:a16="http://schemas.microsoft.com/office/drawing/2014/main" id="{685F77F7-E728-F0BE-FD5F-F4BB5E71152D}"/>
              </a:ext>
            </a:extLst>
          </p:cNvPr>
          <p:cNvSpPr/>
          <p:nvPr/>
        </p:nvSpPr>
        <p:spPr>
          <a:xfrm>
            <a:off x="76774" y="5968496"/>
            <a:ext cx="1380552" cy="215444"/>
          </a:xfrm>
          <a:prstGeom prst="wedgeRectCallout">
            <a:avLst>
              <a:gd name="adj1" fmla="val 36538"/>
              <a:gd name="adj2" fmla="val -179474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 dirty="0">
                <a:solidFill>
                  <a:schemeClr val="tx1"/>
                </a:solidFill>
              </a:rPr>
              <a:t>? </a:t>
            </a:r>
            <a:r>
              <a:rPr lang="de-DE" sz="800" dirty="0" err="1">
                <a:solidFill>
                  <a:schemeClr val="tx1"/>
                </a:solidFill>
              </a:rPr>
              <a:t>rename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p1LoadRawCc</a:t>
            </a:r>
          </a:p>
        </p:txBody>
      </p:sp>
    </p:spTree>
    <p:extLst>
      <p:ext uri="{BB962C8B-B14F-4D97-AF65-F5344CB8AC3E}">
        <p14:creationId xmlns:p14="http://schemas.microsoft.com/office/powerpoint/2010/main" val="251694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666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220157" y="1800991"/>
            <a:ext cx="1017219" cy="1813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7879" y="1626517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133" y="2126886"/>
            <a:ext cx="828712" cy="516726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7631" y="4834806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</p:grp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1429" y="1633593"/>
            <a:ext cx="448946" cy="614861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8541" y="4549027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5397" y="2384014"/>
            <a:ext cx="511431" cy="443000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33121" y="5437540"/>
            <a:ext cx="1281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Pre-Processing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p1LoadRawDeviceData</a:t>
            </a:r>
          </a:p>
          <a:p>
            <a:r>
              <a:rPr lang="en-US" sz="800" noProof="0" dirty="0"/>
              <a:t>  - p1FieldsFilter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7809" y="2507846"/>
            <a:ext cx="198919" cy="195335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5BBA2EA-CF61-0A77-8808-E0A2889389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0326" y="4834806"/>
            <a:ext cx="511431" cy="443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4655857-CA98-8D54-CB61-37BD04B45D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8108" y="4887563"/>
            <a:ext cx="149626" cy="149626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863BCEB8-8D1C-3113-A3F9-BED90C7EFA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7734" y="4925679"/>
            <a:ext cx="198919" cy="195335"/>
          </a:xfrm>
          <a:prstGeom prst="rect">
            <a:avLst/>
          </a:prstGeom>
        </p:spPr>
      </p:pic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E1E805A9-BC69-DCB7-FD54-165D9C2D39AB}"/>
              </a:ext>
            </a:extLst>
          </p:cNvPr>
          <p:cNvGrpSpPr/>
          <p:nvPr/>
        </p:nvGrpSpPr>
        <p:grpSpPr>
          <a:xfrm rot="559622">
            <a:off x="3062453" y="4647154"/>
            <a:ext cx="418250" cy="147871"/>
            <a:chOff x="3664801" y="2485737"/>
            <a:chExt cx="418250" cy="147871"/>
          </a:xfrm>
        </p:grpSpPr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E2B0FB8C-CFBE-3CF2-DF58-87A9B70307E4}"/>
                </a:ext>
              </a:extLst>
            </p:cNvPr>
            <p:cNvSpPr/>
            <p:nvPr/>
          </p:nvSpPr>
          <p:spPr>
            <a:xfrm>
              <a:off x="3664801" y="2485737"/>
              <a:ext cx="418250" cy="147871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0D04E791-E34D-90D4-BD3F-3E52106B6D3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77500" y="2507962"/>
              <a:ext cx="384335" cy="106087"/>
              <a:chOff x="5533092" y="3218340"/>
              <a:chExt cx="1789608" cy="493977"/>
            </a:xfrm>
          </p:grpSpPr>
          <p:pic>
            <p:nvPicPr>
              <p:cNvPr id="47" name="Grafik 46">
                <a:extLst>
                  <a:ext uri="{FF2B5EF4-FFF2-40B4-BE49-F238E27FC236}">
                    <a16:creationId xmlns:a16="http://schemas.microsoft.com/office/drawing/2014/main" id="{AD930E0F-7A80-E3DA-61D5-E1C2FDC75C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33092" y="3218340"/>
                <a:ext cx="728718" cy="468462"/>
              </a:xfrm>
              <a:prstGeom prst="rect">
                <a:avLst/>
              </a:prstGeom>
            </p:spPr>
          </p:pic>
          <p:pic>
            <p:nvPicPr>
              <p:cNvPr id="49" name="Grafik 48">
                <a:extLst>
                  <a:ext uri="{FF2B5EF4-FFF2-40B4-BE49-F238E27FC236}">
                    <a16:creationId xmlns:a16="http://schemas.microsoft.com/office/drawing/2014/main" id="{B5A154C8-2E67-F855-7F61-6BC88CB9F9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61810" y="3226943"/>
                <a:ext cx="485889" cy="459859"/>
              </a:xfrm>
              <a:prstGeom prst="rect">
                <a:avLst/>
              </a:prstGeom>
            </p:spPr>
          </p:pic>
          <p:pic>
            <p:nvPicPr>
              <p:cNvPr id="51" name="Grafik 50">
                <a:extLst>
                  <a:ext uri="{FF2B5EF4-FFF2-40B4-BE49-F238E27FC236}">
                    <a16:creationId xmlns:a16="http://schemas.microsoft.com/office/drawing/2014/main" id="{23B98640-4E4A-8C2E-BFDB-C4CB5CA2C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89226" y="3269433"/>
                <a:ext cx="533474" cy="442884"/>
              </a:xfrm>
              <a:prstGeom prst="rect">
                <a:avLst/>
              </a:prstGeom>
            </p:spPr>
          </p:pic>
        </p:grpSp>
      </p:grp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E3847BB-2E30-97B2-FBE6-E057D35DD9E3}"/>
              </a:ext>
            </a:extLst>
          </p:cNvPr>
          <p:cNvCxnSpPr>
            <a:cxnSpLocks/>
          </p:cNvCxnSpPr>
          <p:nvPr/>
        </p:nvCxnSpPr>
        <p:spPr>
          <a:xfrm flipV="1">
            <a:off x="3028457" y="4607374"/>
            <a:ext cx="60654" cy="28018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8646" y="4293542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62663" y="5480663"/>
            <a:ext cx="18582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Processing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p1CreateResultCc</a:t>
            </a:r>
          </a:p>
          <a:p>
            <a:r>
              <a:rPr lang="en-US" sz="800" dirty="0"/>
              <a:t>  - p1DefaultValueTreatment</a:t>
            </a:r>
          </a:p>
          <a:p>
            <a:r>
              <a:rPr lang="en-US" sz="800" noProof="0" dirty="0"/>
              <a:t>  - </a:t>
            </a:r>
            <a:r>
              <a:rPr lang="en-US" sz="800" dirty="0"/>
              <a:t>p1OutOfRangeValueTreatment</a:t>
            </a:r>
          </a:p>
          <a:p>
            <a:r>
              <a:rPr lang="en-US" sz="800" noProof="0" dirty="0"/>
              <a:t>  - </a:t>
            </a:r>
            <a:r>
              <a:rPr lang="en-US" sz="800" dirty="0"/>
              <a:t>p1AirInterfaceCapacityCalculation</a:t>
            </a:r>
          </a:p>
          <a:p>
            <a:r>
              <a:rPr lang="en-US" sz="800" noProof="0" dirty="0"/>
              <a:t>  - </a:t>
            </a:r>
            <a:r>
              <a:rPr lang="en-US" sz="800" dirty="0"/>
              <a:t>p1EthernetKpiCalculation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p1FormattingOutputApt</a:t>
            </a:r>
          </a:p>
          <a:p>
            <a:r>
              <a:rPr lang="en-US" sz="800" dirty="0"/>
              <a:t>  - p1ComputeAirInterfaceNames</a:t>
            </a:r>
          </a:p>
          <a:p>
            <a:r>
              <a:rPr lang="en-US" sz="800" noProof="0" dirty="0"/>
              <a:t>  - </a:t>
            </a:r>
            <a:r>
              <a:rPr lang="en-US" sz="800" dirty="0"/>
              <a:t>p1ComputeAirInterfacePhysicalLag</a:t>
            </a:r>
          </a:p>
          <a:p>
            <a:r>
              <a:rPr lang="en-US" sz="800" noProof="0" dirty="0"/>
              <a:t> </a:t>
            </a:r>
            <a:r>
              <a:rPr lang="en-US" sz="800" dirty="0"/>
              <a:t> - p1ComputeEthContainerNames</a:t>
            </a:r>
            <a:endParaRPr lang="en-US" sz="800" noProof="0" dirty="0"/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707261" y="4591309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52825" y="4193357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9725" y="3962776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7831" y="5463571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Transmitting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p1TransmittingKafka</a:t>
            </a:r>
            <a:endParaRPr lang="en-US" sz="800" noProof="0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021F0CD-6289-D2E5-02B3-40C8BD41C766}"/>
              </a:ext>
            </a:extLst>
          </p:cNvPr>
          <p:cNvGrpSpPr/>
          <p:nvPr/>
        </p:nvGrpSpPr>
        <p:grpSpPr>
          <a:xfrm>
            <a:off x="8069572" y="4591309"/>
            <a:ext cx="686327" cy="701282"/>
            <a:chOff x="8062071" y="3642118"/>
            <a:chExt cx="686327" cy="701282"/>
          </a:xfrm>
        </p:grpSpPr>
        <p:pic>
          <p:nvPicPr>
            <p:cNvPr id="128" name="Grafik 127">
              <a:extLst>
                <a:ext uri="{FF2B5EF4-FFF2-40B4-BE49-F238E27FC236}">
                  <a16:creationId xmlns:a16="http://schemas.microsoft.com/office/drawing/2014/main" id="{1082E7CE-26E0-691B-1E14-E9F89BDC5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30" name="Grafik 129">
              <a:extLst>
                <a:ext uri="{FF2B5EF4-FFF2-40B4-BE49-F238E27FC236}">
                  <a16:creationId xmlns:a16="http://schemas.microsoft.com/office/drawing/2014/main" id="{50CD65C5-3114-9903-B6C3-26096636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0A002F32-970D-F126-34F2-FCB345819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3CB59501-75AA-0A15-27F0-EE2826AB8F7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FF3CEF8B-2450-D8CF-C9B0-15868AFB0428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35" name="Gruppieren 134">
                <a:extLst>
                  <a:ext uri="{FF2B5EF4-FFF2-40B4-BE49-F238E27FC236}">
                    <a16:creationId xmlns:a16="http://schemas.microsoft.com/office/drawing/2014/main" id="{17DD7458-8DBB-DE33-A0E4-5CA67BD2CF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36" name="Grafik 135">
                  <a:extLst>
                    <a:ext uri="{FF2B5EF4-FFF2-40B4-BE49-F238E27FC236}">
                      <a16:creationId xmlns:a16="http://schemas.microsoft.com/office/drawing/2014/main" id="{8D17594E-F078-9E9B-8EEC-78EEDC725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37" name="Grafik 136">
                  <a:extLst>
                    <a:ext uri="{FF2B5EF4-FFF2-40B4-BE49-F238E27FC236}">
                      <a16:creationId xmlns:a16="http://schemas.microsoft.com/office/drawing/2014/main" id="{5E07E1EE-59E6-C9B3-322B-0B42B31F71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38" name="Grafik 137">
                  <a:extLst>
                    <a:ext uri="{FF2B5EF4-FFF2-40B4-BE49-F238E27FC236}">
                      <a16:creationId xmlns:a16="http://schemas.microsoft.com/office/drawing/2014/main" id="{3EEC51E6-63CF-0222-72A9-756981111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104D138B-ABDF-D4D4-76B7-EE1F7B980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21261" y="4858251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DPMDP</a:t>
            </a:r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20773" y="3310980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5FE5353-7A03-06C6-B759-0F725520E30E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#251128</a:t>
            </a: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55D439C3-42B8-FDB5-468E-D49C7176395B}"/>
              </a:ext>
            </a:extLst>
          </p:cNvPr>
          <p:cNvSpPr/>
          <p:nvPr/>
        </p:nvSpPr>
        <p:spPr>
          <a:xfrm>
            <a:off x="377630" y="2997331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MWDI ES</a:t>
            </a: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EDD8DF57-C4DC-0274-04C7-AE0C3064004D}"/>
              </a:ext>
            </a:extLst>
          </p:cNvPr>
          <p:cNvSpPr/>
          <p:nvPr/>
        </p:nvSpPr>
        <p:spPr>
          <a:xfrm>
            <a:off x="2242443" y="3035868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108000" rtlCol="0" anchor="ctr"/>
          <a:lstStyle/>
          <a:p>
            <a:pPr algn="ctr"/>
            <a:r>
              <a:rPr lang="de-DE" sz="800" dirty="0"/>
              <a:t>MWDI ES</a:t>
            </a:r>
            <a:br>
              <a:rPr lang="de-DE" sz="800" dirty="0"/>
            </a:br>
            <a:r>
              <a:rPr lang="de-DE" sz="800" dirty="0"/>
              <a:t>Replica</a:t>
            </a:r>
          </a:p>
        </p:txBody>
      </p:sp>
      <p:sp>
        <p:nvSpPr>
          <p:cNvPr id="26" name="Pfeil: eingekerbt nach rechts 25">
            <a:extLst>
              <a:ext uri="{FF2B5EF4-FFF2-40B4-BE49-F238E27FC236}">
                <a16:creationId xmlns:a16="http://schemas.microsoft.com/office/drawing/2014/main" id="{3BFD74B8-D723-4F5F-DE79-EC607AF52C54}"/>
              </a:ext>
            </a:extLst>
          </p:cNvPr>
          <p:cNvSpPr/>
          <p:nvPr/>
        </p:nvSpPr>
        <p:spPr>
          <a:xfrm>
            <a:off x="1380420" y="3095599"/>
            <a:ext cx="684244" cy="232413"/>
          </a:xfrm>
          <a:prstGeom prst="notch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4D1F9BB-B4BE-47F4-9884-0A3DD20A6FCA}"/>
              </a:ext>
            </a:extLst>
          </p:cNvPr>
          <p:cNvCxnSpPr>
            <a:cxnSpLocks/>
          </p:cNvCxnSpPr>
          <p:nvPr/>
        </p:nvCxnSpPr>
        <p:spPr>
          <a:xfrm>
            <a:off x="2885196" y="3457838"/>
            <a:ext cx="1498034" cy="810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02096C68-F162-ABF8-D72C-D9F0171913A1}"/>
              </a:ext>
            </a:extLst>
          </p:cNvPr>
          <p:cNvSpPr txBox="1"/>
          <p:nvPr/>
        </p:nvSpPr>
        <p:spPr>
          <a:xfrm>
            <a:off x="1380420" y="2732768"/>
            <a:ext cx="656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/>
              <a:t>cronjob replication</a:t>
            </a:r>
          </a:p>
          <a:p>
            <a:pPr algn="ctr"/>
            <a:r>
              <a:rPr lang="en-US" sz="800" noProof="0"/>
              <a:t>by ES</a:t>
            </a:r>
            <a:endParaRPr lang="en-US" sz="800" noProof="0" dirty="0"/>
          </a:p>
        </p:txBody>
      </p:sp>
      <p:sp>
        <p:nvSpPr>
          <p:cNvPr id="32" name="Legende: Linie 31">
            <a:extLst>
              <a:ext uri="{FF2B5EF4-FFF2-40B4-BE49-F238E27FC236}">
                <a16:creationId xmlns:a16="http://schemas.microsoft.com/office/drawing/2014/main" id="{807A3B68-9115-A44C-7B20-227A0FD1DD97}"/>
              </a:ext>
            </a:extLst>
          </p:cNvPr>
          <p:cNvSpPr/>
          <p:nvPr/>
        </p:nvSpPr>
        <p:spPr>
          <a:xfrm>
            <a:off x="4930238" y="1003105"/>
            <a:ext cx="2181483" cy="215444"/>
          </a:xfrm>
          <a:prstGeom prst="borderCallout1">
            <a:avLst>
              <a:gd name="adj1" fmla="val 51908"/>
              <a:gd name="adj2" fmla="val -1600"/>
              <a:gd name="adj3" fmla="val 328029"/>
              <a:gd name="adj4" fmla="val -46405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tx1"/>
                </a:solidFill>
              </a:rPr>
              <a:t>regardAttributeValueChange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7" name="Legende: Linie 36">
            <a:extLst>
              <a:ext uri="{FF2B5EF4-FFF2-40B4-BE49-F238E27FC236}">
                <a16:creationId xmlns:a16="http://schemas.microsoft.com/office/drawing/2014/main" id="{ED299136-9B06-034B-3D67-7B84CCFDDD0B}"/>
              </a:ext>
            </a:extLst>
          </p:cNvPr>
          <p:cNvSpPr/>
          <p:nvPr/>
        </p:nvSpPr>
        <p:spPr>
          <a:xfrm>
            <a:off x="4730611" y="2213275"/>
            <a:ext cx="2624922" cy="215444"/>
          </a:xfrm>
          <a:prstGeom prst="borderCallout1">
            <a:avLst>
              <a:gd name="adj1" fmla="val 51908"/>
              <a:gd name="adj2" fmla="val -1600"/>
              <a:gd name="adj3" fmla="val 115388"/>
              <a:gd name="adj4" fmla="val -23167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tx1"/>
                </a:solidFill>
              </a:rPr>
              <a:t>p1ProcessingOrchestratorForHistoricalPmData</a:t>
            </a: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50083B-E936-4C04-65CE-5FF8579AB1E7}"/>
              </a:ext>
            </a:extLst>
          </p:cNvPr>
          <p:cNvSpPr/>
          <p:nvPr/>
        </p:nvSpPr>
        <p:spPr>
          <a:xfrm>
            <a:off x="171450" y="2828925"/>
            <a:ext cx="4758788" cy="2464594"/>
          </a:xfrm>
          <a:custGeom>
            <a:avLst/>
            <a:gdLst>
              <a:gd name="connsiteX0" fmla="*/ 3629025 w 4758788"/>
              <a:gd name="connsiteY0" fmla="*/ 21431 h 2464594"/>
              <a:gd name="connsiteX1" fmla="*/ 3664744 w 4758788"/>
              <a:gd name="connsiteY1" fmla="*/ 14288 h 2464594"/>
              <a:gd name="connsiteX2" fmla="*/ 3893344 w 4758788"/>
              <a:gd name="connsiteY2" fmla="*/ 0 h 2464594"/>
              <a:gd name="connsiteX3" fmla="*/ 4064794 w 4758788"/>
              <a:gd name="connsiteY3" fmla="*/ 7144 h 2464594"/>
              <a:gd name="connsiteX4" fmla="*/ 4129088 w 4758788"/>
              <a:gd name="connsiteY4" fmla="*/ 14288 h 2464594"/>
              <a:gd name="connsiteX5" fmla="*/ 4214813 w 4758788"/>
              <a:gd name="connsiteY5" fmla="*/ 21431 h 2464594"/>
              <a:gd name="connsiteX6" fmla="*/ 4279106 w 4758788"/>
              <a:gd name="connsiteY6" fmla="*/ 35719 h 2464594"/>
              <a:gd name="connsiteX7" fmla="*/ 4379119 w 4758788"/>
              <a:gd name="connsiteY7" fmla="*/ 42863 h 2464594"/>
              <a:gd name="connsiteX8" fmla="*/ 4421981 w 4758788"/>
              <a:gd name="connsiteY8" fmla="*/ 50006 h 2464594"/>
              <a:gd name="connsiteX9" fmla="*/ 4529138 w 4758788"/>
              <a:gd name="connsiteY9" fmla="*/ 64294 h 2464594"/>
              <a:gd name="connsiteX10" fmla="*/ 4579144 w 4758788"/>
              <a:gd name="connsiteY10" fmla="*/ 78581 h 2464594"/>
              <a:gd name="connsiteX11" fmla="*/ 4629150 w 4758788"/>
              <a:gd name="connsiteY11" fmla="*/ 107156 h 2464594"/>
              <a:gd name="connsiteX12" fmla="*/ 4700588 w 4758788"/>
              <a:gd name="connsiteY12" fmla="*/ 135731 h 2464594"/>
              <a:gd name="connsiteX13" fmla="*/ 4722019 w 4758788"/>
              <a:gd name="connsiteY13" fmla="*/ 164306 h 2464594"/>
              <a:gd name="connsiteX14" fmla="*/ 4736306 w 4758788"/>
              <a:gd name="connsiteY14" fmla="*/ 207169 h 2464594"/>
              <a:gd name="connsiteX15" fmla="*/ 4750594 w 4758788"/>
              <a:gd name="connsiteY15" fmla="*/ 242888 h 2464594"/>
              <a:gd name="connsiteX16" fmla="*/ 4750594 w 4758788"/>
              <a:gd name="connsiteY16" fmla="*/ 342900 h 2464594"/>
              <a:gd name="connsiteX17" fmla="*/ 4650581 w 4758788"/>
              <a:gd name="connsiteY17" fmla="*/ 485775 h 2464594"/>
              <a:gd name="connsiteX18" fmla="*/ 4521994 w 4758788"/>
              <a:gd name="connsiteY18" fmla="*/ 607219 h 2464594"/>
              <a:gd name="connsiteX19" fmla="*/ 4400550 w 4758788"/>
              <a:gd name="connsiteY19" fmla="*/ 685800 h 2464594"/>
              <a:gd name="connsiteX20" fmla="*/ 4200525 w 4758788"/>
              <a:gd name="connsiteY20" fmla="*/ 757238 h 2464594"/>
              <a:gd name="connsiteX21" fmla="*/ 4014788 w 4758788"/>
              <a:gd name="connsiteY21" fmla="*/ 842963 h 2464594"/>
              <a:gd name="connsiteX22" fmla="*/ 3864769 w 4758788"/>
              <a:gd name="connsiteY22" fmla="*/ 878681 h 2464594"/>
              <a:gd name="connsiteX23" fmla="*/ 3700463 w 4758788"/>
              <a:gd name="connsiteY23" fmla="*/ 928688 h 2464594"/>
              <a:gd name="connsiteX24" fmla="*/ 3500438 w 4758788"/>
              <a:gd name="connsiteY24" fmla="*/ 978694 h 2464594"/>
              <a:gd name="connsiteX25" fmla="*/ 3078956 w 4758788"/>
              <a:gd name="connsiteY25" fmla="*/ 1085850 h 2464594"/>
              <a:gd name="connsiteX26" fmla="*/ 2686050 w 4758788"/>
              <a:gd name="connsiteY26" fmla="*/ 1121569 h 2464594"/>
              <a:gd name="connsiteX27" fmla="*/ 2414588 w 4758788"/>
              <a:gd name="connsiteY27" fmla="*/ 1150144 h 2464594"/>
              <a:gd name="connsiteX28" fmla="*/ 1835944 w 4758788"/>
              <a:gd name="connsiteY28" fmla="*/ 1164431 h 2464594"/>
              <a:gd name="connsiteX29" fmla="*/ 1678781 w 4758788"/>
              <a:gd name="connsiteY29" fmla="*/ 1171575 h 2464594"/>
              <a:gd name="connsiteX30" fmla="*/ 1571625 w 4758788"/>
              <a:gd name="connsiteY30" fmla="*/ 1185863 h 2464594"/>
              <a:gd name="connsiteX31" fmla="*/ 1057275 w 4758788"/>
              <a:gd name="connsiteY31" fmla="*/ 1207294 h 2464594"/>
              <a:gd name="connsiteX32" fmla="*/ 878681 w 4758788"/>
              <a:gd name="connsiteY32" fmla="*/ 1243013 h 2464594"/>
              <a:gd name="connsiteX33" fmla="*/ 764381 w 4758788"/>
              <a:gd name="connsiteY33" fmla="*/ 1264444 h 2464594"/>
              <a:gd name="connsiteX34" fmla="*/ 578644 w 4758788"/>
              <a:gd name="connsiteY34" fmla="*/ 1328738 h 2464594"/>
              <a:gd name="connsiteX35" fmla="*/ 500063 w 4758788"/>
              <a:gd name="connsiteY35" fmla="*/ 1357313 h 2464594"/>
              <a:gd name="connsiteX36" fmla="*/ 450056 w 4758788"/>
              <a:gd name="connsiteY36" fmla="*/ 1371600 h 2464594"/>
              <a:gd name="connsiteX37" fmla="*/ 400050 w 4758788"/>
              <a:gd name="connsiteY37" fmla="*/ 1414463 h 2464594"/>
              <a:gd name="connsiteX38" fmla="*/ 257175 w 4758788"/>
              <a:gd name="connsiteY38" fmla="*/ 1485900 h 2464594"/>
              <a:gd name="connsiteX39" fmla="*/ 164306 w 4758788"/>
              <a:gd name="connsiteY39" fmla="*/ 1585913 h 2464594"/>
              <a:gd name="connsiteX40" fmla="*/ 78581 w 4758788"/>
              <a:gd name="connsiteY40" fmla="*/ 1678781 h 2464594"/>
              <a:gd name="connsiteX41" fmla="*/ 35719 w 4758788"/>
              <a:gd name="connsiteY41" fmla="*/ 1764506 h 2464594"/>
              <a:gd name="connsiteX42" fmla="*/ 0 w 4758788"/>
              <a:gd name="connsiteY42" fmla="*/ 1871663 h 2464594"/>
              <a:gd name="connsiteX43" fmla="*/ 7144 w 4758788"/>
              <a:gd name="connsiteY43" fmla="*/ 2050256 h 2464594"/>
              <a:gd name="connsiteX44" fmla="*/ 71438 w 4758788"/>
              <a:gd name="connsiteY44" fmla="*/ 2200275 h 2464594"/>
              <a:gd name="connsiteX45" fmla="*/ 150019 w 4758788"/>
              <a:gd name="connsiteY45" fmla="*/ 2314575 h 2464594"/>
              <a:gd name="connsiteX46" fmla="*/ 207169 w 4758788"/>
              <a:gd name="connsiteY46" fmla="*/ 2371725 h 2464594"/>
              <a:gd name="connsiteX47" fmla="*/ 235744 w 4758788"/>
              <a:gd name="connsiteY47" fmla="*/ 2400300 h 2464594"/>
              <a:gd name="connsiteX48" fmla="*/ 264319 w 4758788"/>
              <a:gd name="connsiteY48" fmla="*/ 2414588 h 2464594"/>
              <a:gd name="connsiteX49" fmla="*/ 321469 w 4758788"/>
              <a:gd name="connsiteY49" fmla="*/ 2450306 h 2464594"/>
              <a:gd name="connsiteX50" fmla="*/ 414338 w 4758788"/>
              <a:gd name="connsiteY50" fmla="*/ 2464594 h 2464594"/>
              <a:gd name="connsiteX51" fmla="*/ 757238 w 4758788"/>
              <a:gd name="connsiteY51" fmla="*/ 2457450 h 246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58788" h="2464594">
                <a:moveTo>
                  <a:pt x="3629025" y="21431"/>
                </a:moveTo>
                <a:cubicBezTo>
                  <a:pt x="3640931" y="19050"/>
                  <a:pt x="3652685" y="15707"/>
                  <a:pt x="3664744" y="14288"/>
                </a:cubicBezTo>
                <a:cubicBezTo>
                  <a:pt x="3730409" y="6563"/>
                  <a:pt x="3834215" y="2957"/>
                  <a:pt x="3893344" y="0"/>
                </a:cubicBezTo>
                <a:lnTo>
                  <a:pt x="4064794" y="7144"/>
                </a:lnTo>
                <a:cubicBezTo>
                  <a:pt x="4086318" y="8449"/>
                  <a:pt x="4107622" y="12244"/>
                  <a:pt x="4129088" y="14288"/>
                </a:cubicBezTo>
                <a:cubicBezTo>
                  <a:pt x="4157633" y="17006"/>
                  <a:pt x="4186238" y="19050"/>
                  <a:pt x="4214813" y="21431"/>
                </a:cubicBezTo>
                <a:cubicBezTo>
                  <a:pt x="4236244" y="26194"/>
                  <a:pt x="4257337" y="32879"/>
                  <a:pt x="4279106" y="35719"/>
                </a:cubicBezTo>
                <a:cubicBezTo>
                  <a:pt x="4312248" y="40042"/>
                  <a:pt x="4345862" y="39537"/>
                  <a:pt x="4379119" y="42863"/>
                </a:cubicBezTo>
                <a:cubicBezTo>
                  <a:pt x="4393531" y="44304"/>
                  <a:pt x="4407642" y="47958"/>
                  <a:pt x="4421981" y="50006"/>
                </a:cubicBezTo>
                <a:cubicBezTo>
                  <a:pt x="4450996" y="54151"/>
                  <a:pt x="4499456" y="58897"/>
                  <a:pt x="4529138" y="64294"/>
                </a:cubicBezTo>
                <a:cubicBezTo>
                  <a:pt x="4536327" y="65601"/>
                  <a:pt x="4570404" y="74211"/>
                  <a:pt x="4579144" y="78581"/>
                </a:cubicBezTo>
                <a:cubicBezTo>
                  <a:pt x="4596315" y="87167"/>
                  <a:pt x="4611779" y="98981"/>
                  <a:pt x="4629150" y="107156"/>
                </a:cubicBezTo>
                <a:cubicBezTo>
                  <a:pt x="4652356" y="118076"/>
                  <a:pt x="4700588" y="135731"/>
                  <a:pt x="4700588" y="135731"/>
                </a:cubicBezTo>
                <a:cubicBezTo>
                  <a:pt x="4707732" y="145256"/>
                  <a:pt x="4716695" y="153657"/>
                  <a:pt x="4722019" y="164306"/>
                </a:cubicBezTo>
                <a:cubicBezTo>
                  <a:pt x="4728754" y="177777"/>
                  <a:pt x="4731159" y="193015"/>
                  <a:pt x="4736306" y="207169"/>
                </a:cubicBezTo>
                <a:cubicBezTo>
                  <a:pt x="4740688" y="219221"/>
                  <a:pt x="4745831" y="230982"/>
                  <a:pt x="4750594" y="242888"/>
                </a:cubicBezTo>
                <a:cubicBezTo>
                  <a:pt x="4756098" y="275908"/>
                  <a:pt x="4765892" y="309522"/>
                  <a:pt x="4750594" y="342900"/>
                </a:cubicBezTo>
                <a:cubicBezTo>
                  <a:pt x="4695670" y="462732"/>
                  <a:pt x="4703834" y="427196"/>
                  <a:pt x="4650581" y="485775"/>
                </a:cubicBezTo>
                <a:cubicBezTo>
                  <a:pt x="4585155" y="557743"/>
                  <a:pt x="4621800" y="532365"/>
                  <a:pt x="4521994" y="607219"/>
                </a:cubicBezTo>
                <a:cubicBezTo>
                  <a:pt x="4481251" y="637776"/>
                  <a:pt x="4448574" y="666331"/>
                  <a:pt x="4400550" y="685800"/>
                </a:cubicBezTo>
                <a:cubicBezTo>
                  <a:pt x="4334937" y="712400"/>
                  <a:pt x="4264808" y="727569"/>
                  <a:pt x="4200525" y="757238"/>
                </a:cubicBezTo>
                <a:cubicBezTo>
                  <a:pt x="4138613" y="785813"/>
                  <a:pt x="4078911" y="819770"/>
                  <a:pt x="4014788" y="842963"/>
                </a:cubicBezTo>
                <a:cubicBezTo>
                  <a:pt x="3966449" y="860447"/>
                  <a:pt x="3914362" y="865156"/>
                  <a:pt x="3864769" y="878681"/>
                </a:cubicBezTo>
                <a:cubicBezTo>
                  <a:pt x="3809537" y="893744"/>
                  <a:pt x="3755670" y="913533"/>
                  <a:pt x="3700463" y="928688"/>
                </a:cubicBezTo>
                <a:cubicBezTo>
                  <a:pt x="3634188" y="946881"/>
                  <a:pt x="3566802" y="960827"/>
                  <a:pt x="3500438" y="978694"/>
                </a:cubicBezTo>
                <a:cubicBezTo>
                  <a:pt x="3345951" y="1020286"/>
                  <a:pt x="3244795" y="1061895"/>
                  <a:pt x="3078956" y="1085850"/>
                </a:cubicBezTo>
                <a:cubicBezTo>
                  <a:pt x="2948798" y="1104651"/>
                  <a:pt x="2816658" y="1106204"/>
                  <a:pt x="2686050" y="1121569"/>
                </a:cubicBezTo>
                <a:cubicBezTo>
                  <a:pt x="2625200" y="1128728"/>
                  <a:pt x="2469027" y="1148009"/>
                  <a:pt x="2414588" y="1150144"/>
                </a:cubicBezTo>
                <a:cubicBezTo>
                  <a:pt x="2221796" y="1157704"/>
                  <a:pt x="2028802" y="1158814"/>
                  <a:pt x="1835944" y="1164431"/>
                </a:cubicBezTo>
                <a:cubicBezTo>
                  <a:pt x="1783524" y="1165958"/>
                  <a:pt x="1731169" y="1169194"/>
                  <a:pt x="1678781" y="1171575"/>
                </a:cubicBezTo>
                <a:cubicBezTo>
                  <a:pt x="1643062" y="1176338"/>
                  <a:pt x="1607600" y="1183795"/>
                  <a:pt x="1571625" y="1185863"/>
                </a:cubicBezTo>
                <a:cubicBezTo>
                  <a:pt x="1400309" y="1195709"/>
                  <a:pt x="1057275" y="1207294"/>
                  <a:pt x="1057275" y="1207294"/>
                </a:cubicBezTo>
                <a:cubicBezTo>
                  <a:pt x="874687" y="1237724"/>
                  <a:pt x="1071638" y="1203090"/>
                  <a:pt x="878681" y="1243013"/>
                </a:cubicBezTo>
                <a:cubicBezTo>
                  <a:pt x="840721" y="1250867"/>
                  <a:pt x="801653" y="1253795"/>
                  <a:pt x="764381" y="1264444"/>
                </a:cubicBezTo>
                <a:cubicBezTo>
                  <a:pt x="701385" y="1282443"/>
                  <a:pt x="640456" y="1307020"/>
                  <a:pt x="578644" y="1328738"/>
                </a:cubicBezTo>
                <a:cubicBezTo>
                  <a:pt x="552348" y="1337977"/>
                  <a:pt x="526862" y="1349656"/>
                  <a:pt x="500063" y="1357313"/>
                </a:cubicBezTo>
                <a:lnTo>
                  <a:pt x="450056" y="1371600"/>
                </a:lnTo>
                <a:cubicBezTo>
                  <a:pt x="433387" y="1385888"/>
                  <a:pt x="418937" y="1403271"/>
                  <a:pt x="400050" y="1414463"/>
                </a:cubicBezTo>
                <a:cubicBezTo>
                  <a:pt x="354243" y="1441608"/>
                  <a:pt x="257175" y="1485900"/>
                  <a:pt x="257175" y="1485900"/>
                </a:cubicBezTo>
                <a:cubicBezTo>
                  <a:pt x="137945" y="1625003"/>
                  <a:pt x="295366" y="1443931"/>
                  <a:pt x="164306" y="1585913"/>
                </a:cubicBezTo>
                <a:cubicBezTo>
                  <a:pt x="42378" y="1718001"/>
                  <a:pt x="231883" y="1525482"/>
                  <a:pt x="78581" y="1678781"/>
                </a:cubicBezTo>
                <a:cubicBezTo>
                  <a:pt x="64294" y="1707356"/>
                  <a:pt x="46936" y="1734592"/>
                  <a:pt x="35719" y="1764506"/>
                </a:cubicBezTo>
                <a:cubicBezTo>
                  <a:pt x="8201" y="1837888"/>
                  <a:pt x="19877" y="1802093"/>
                  <a:pt x="0" y="1871663"/>
                </a:cubicBezTo>
                <a:cubicBezTo>
                  <a:pt x="2381" y="1931194"/>
                  <a:pt x="1583" y="1990937"/>
                  <a:pt x="7144" y="2050256"/>
                </a:cubicBezTo>
                <a:cubicBezTo>
                  <a:pt x="11205" y="2093572"/>
                  <a:pt x="57678" y="2176196"/>
                  <a:pt x="71438" y="2200275"/>
                </a:cubicBezTo>
                <a:cubicBezTo>
                  <a:pt x="102686" y="2254958"/>
                  <a:pt x="103497" y="2261849"/>
                  <a:pt x="150019" y="2314575"/>
                </a:cubicBezTo>
                <a:cubicBezTo>
                  <a:pt x="167844" y="2334776"/>
                  <a:pt x="188119" y="2352675"/>
                  <a:pt x="207169" y="2371725"/>
                </a:cubicBezTo>
                <a:cubicBezTo>
                  <a:pt x="216694" y="2381250"/>
                  <a:pt x="223696" y="2394276"/>
                  <a:pt x="235744" y="2400300"/>
                </a:cubicBezTo>
                <a:cubicBezTo>
                  <a:pt x="245269" y="2405063"/>
                  <a:pt x="255120" y="2409222"/>
                  <a:pt x="264319" y="2414588"/>
                </a:cubicBezTo>
                <a:cubicBezTo>
                  <a:pt x="283723" y="2425907"/>
                  <a:pt x="299230" y="2447129"/>
                  <a:pt x="321469" y="2450306"/>
                </a:cubicBezTo>
                <a:cubicBezTo>
                  <a:pt x="385814" y="2459499"/>
                  <a:pt x="354866" y="2454682"/>
                  <a:pt x="414338" y="2464594"/>
                </a:cubicBezTo>
                <a:cubicBezTo>
                  <a:pt x="690548" y="2456470"/>
                  <a:pt x="576228" y="2457450"/>
                  <a:pt x="757238" y="245745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3E51F27E-CD5F-3812-71E0-5DC4B69DE31F}"/>
              </a:ext>
            </a:extLst>
          </p:cNvPr>
          <p:cNvSpPr txBox="1"/>
          <p:nvPr/>
        </p:nvSpPr>
        <p:spPr>
          <a:xfrm>
            <a:off x="4930238" y="1224369"/>
            <a:ext cx="6090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As soon as the cronjob is notifying a list of </a:t>
            </a:r>
            <a:r>
              <a:rPr lang="en-US" sz="800" noProof="0" dirty="0" err="1"/>
              <a:t>ControlConstructs</a:t>
            </a:r>
            <a:r>
              <a:rPr lang="en-US" sz="800" noProof="0" dirty="0"/>
              <a:t> that have been updated in MWDI ES Replica,</a:t>
            </a:r>
          </a:p>
          <a:p>
            <a:r>
              <a:rPr lang="en-US" sz="800" dirty="0" err="1"/>
              <a:t>regardAttributeValueChange</a:t>
            </a:r>
            <a:r>
              <a:rPr lang="en-US" sz="800" dirty="0"/>
              <a:t> is initiating an instance of </a:t>
            </a:r>
            <a:r>
              <a:rPr lang="de-DE" sz="800" dirty="0"/>
              <a:t>p1ProcessingOrchestratorForHistoricalPmData </a:t>
            </a:r>
            <a:r>
              <a:rPr lang="en-US" sz="800" dirty="0"/>
              <a:t>for every </a:t>
            </a:r>
            <a:r>
              <a:rPr lang="en-US" sz="800" dirty="0" err="1"/>
              <a:t>MountName</a:t>
            </a:r>
            <a:r>
              <a:rPr lang="en-US" sz="800" dirty="0"/>
              <a:t> received</a:t>
            </a:r>
            <a:endParaRPr lang="en-US" sz="800" noProof="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3CD79B4-6A0A-33E8-9D50-6EA9E70C11DD}"/>
              </a:ext>
            </a:extLst>
          </p:cNvPr>
          <p:cNvCxnSpPr>
            <a:cxnSpLocks/>
          </p:cNvCxnSpPr>
          <p:nvPr/>
        </p:nvCxnSpPr>
        <p:spPr>
          <a:xfrm flipV="1">
            <a:off x="1960482" y="2191101"/>
            <a:ext cx="1237397" cy="72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D4355ACC-1A83-9F78-3AB2-52BD15E7EC8F}"/>
              </a:ext>
            </a:extLst>
          </p:cNvPr>
          <p:cNvSpPr txBox="1"/>
          <p:nvPr/>
        </p:nvSpPr>
        <p:spPr>
          <a:xfrm rot="19655142">
            <a:off x="2180034" y="2367502"/>
            <a:ext cx="737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notifications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C0EFDD8-452B-C734-A115-B02F72C9697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68411" y="4193356"/>
            <a:ext cx="2177884" cy="1101507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0E08141E-D93D-CCFC-9795-C011CD6D18AC}"/>
              </a:ext>
            </a:extLst>
          </p:cNvPr>
          <p:cNvSpPr txBox="1"/>
          <p:nvPr/>
        </p:nvSpPr>
        <p:spPr>
          <a:xfrm>
            <a:off x="9070670" y="5516341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Storing</a:t>
            </a:r>
          </a:p>
          <a:p>
            <a:r>
              <a:rPr lang="en-US" sz="800" noProof="0" dirty="0"/>
              <a:t>- </a:t>
            </a:r>
            <a:r>
              <a:rPr lang="en-US" sz="800" dirty="0"/>
              <a:t>p1Storing</a:t>
            </a:r>
            <a:endParaRPr lang="en-US" sz="800" noProof="0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612EC0BE-79DC-0DB7-BA37-B70D4D9B2C9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24658" y="4914895"/>
            <a:ext cx="1128101" cy="1057595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3A3828D-EEB9-6E56-BE92-8BDE01FA864D}"/>
              </a:ext>
            </a:extLst>
          </p:cNvPr>
          <p:cNvSpPr txBox="1"/>
          <p:nvPr/>
        </p:nvSpPr>
        <p:spPr>
          <a:xfrm>
            <a:off x="10824658" y="6016402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Serving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81033C4-AB7E-F9D7-752D-AE2210BD8E70}"/>
              </a:ext>
            </a:extLst>
          </p:cNvPr>
          <p:cNvGrpSpPr/>
          <p:nvPr/>
        </p:nvGrpSpPr>
        <p:grpSpPr>
          <a:xfrm>
            <a:off x="9588717" y="4864481"/>
            <a:ext cx="668381" cy="349898"/>
            <a:chOff x="8062071" y="3642118"/>
            <a:chExt cx="686327" cy="701282"/>
          </a:xfrm>
        </p:grpSpPr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6DACA5DD-3E47-8B64-6D14-94DED981A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41AC3DAF-99E1-9F74-664F-ACABE242E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B936E97B-5178-C5DD-0E0D-604E4BB28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CEEF5A9F-7A1C-A323-3201-D8C137E12CF5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3434A5FF-7957-128F-2E8F-D3F7B005E65F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01" name="Gruppieren 100">
                <a:extLst>
                  <a:ext uri="{FF2B5EF4-FFF2-40B4-BE49-F238E27FC236}">
                    <a16:creationId xmlns:a16="http://schemas.microsoft.com/office/drawing/2014/main" id="{A0D813AA-0603-BC3B-0E65-E74D18ECEEB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02" name="Grafik 101">
                  <a:extLst>
                    <a:ext uri="{FF2B5EF4-FFF2-40B4-BE49-F238E27FC236}">
                      <a16:creationId xmlns:a16="http://schemas.microsoft.com/office/drawing/2014/main" id="{4284DF0A-E1C9-F74E-C466-CD8ECD2638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04" name="Grafik 103">
                  <a:extLst>
                    <a:ext uri="{FF2B5EF4-FFF2-40B4-BE49-F238E27FC236}">
                      <a16:creationId xmlns:a16="http://schemas.microsoft.com/office/drawing/2014/main" id="{F740A43F-2701-A3BB-FB7A-4AA5B1587D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06" name="Grafik 105">
                  <a:extLst>
                    <a:ext uri="{FF2B5EF4-FFF2-40B4-BE49-F238E27FC236}">
                      <a16:creationId xmlns:a16="http://schemas.microsoft.com/office/drawing/2014/main" id="{7032DFE8-80E0-8246-5C65-3FDB9C1059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FA6ED225-9FF7-4418-D914-12BC73F5E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36F682AE-C8A7-5B6B-530B-73D0DFA86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68" name="Grafik 67">
              <a:extLst>
                <a:ext uri="{FF2B5EF4-FFF2-40B4-BE49-F238E27FC236}">
                  <a16:creationId xmlns:a16="http://schemas.microsoft.com/office/drawing/2014/main" id="{A0E7F57F-A6D4-A1FA-D092-0DE12FD8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98" name="Grafik 97">
              <a:extLst>
                <a:ext uri="{FF2B5EF4-FFF2-40B4-BE49-F238E27FC236}">
                  <a16:creationId xmlns:a16="http://schemas.microsoft.com/office/drawing/2014/main" id="{929D813A-E624-B73A-C510-FCB8C1403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4E91A404-A5B1-B717-4EA5-FBD1B90571AC}"/>
              </a:ext>
            </a:extLst>
          </p:cNvPr>
          <p:cNvGrpSpPr/>
          <p:nvPr/>
        </p:nvGrpSpPr>
        <p:grpSpPr>
          <a:xfrm>
            <a:off x="9679474" y="4839599"/>
            <a:ext cx="668381" cy="349898"/>
            <a:chOff x="8062071" y="3642118"/>
            <a:chExt cx="686327" cy="701282"/>
          </a:xfrm>
        </p:grpSpPr>
        <p:pic>
          <p:nvPicPr>
            <p:cNvPr id="108" name="Grafik 107">
              <a:extLst>
                <a:ext uri="{FF2B5EF4-FFF2-40B4-BE49-F238E27FC236}">
                  <a16:creationId xmlns:a16="http://schemas.microsoft.com/office/drawing/2014/main" id="{D33E47C3-23A3-0FA5-4879-8E82C9E8B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6A7B7AD4-668E-083B-4160-3D0AC2EB4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10" name="Grafik 109">
              <a:extLst>
                <a:ext uri="{FF2B5EF4-FFF2-40B4-BE49-F238E27FC236}">
                  <a16:creationId xmlns:a16="http://schemas.microsoft.com/office/drawing/2014/main" id="{376B7462-1E31-2C31-839E-7481BD6B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8018BFD3-97BB-BF30-C498-035DCC1D23FF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030E5D96-8B16-A8FC-4D3C-FFDFA0D3E381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17" name="Gruppieren 116">
                <a:extLst>
                  <a:ext uri="{FF2B5EF4-FFF2-40B4-BE49-F238E27FC236}">
                    <a16:creationId xmlns:a16="http://schemas.microsoft.com/office/drawing/2014/main" id="{1C49DC6A-2BA8-76A3-FA68-116C6807A5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18" name="Grafik 117">
                  <a:extLst>
                    <a:ext uri="{FF2B5EF4-FFF2-40B4-BE49-F238E27FC236}">
                      <a16:creationId xmlns:a16="http://schemas.microsoft.com/office/drawing/2014/main" id="{B5391715-A103-A441-3829-EFE11C3C7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19" name="Grafik 118">
                  <a:extLst>
                    <a:ext uri="{FF2B5EF4-FFF2-40B4-BE49-F238E27FC236}">
                      <a16:creationId xmlns:a16="http://schemas.microsoft.com/office/drawing/2014/main" id="{0D5BB3E5-8552-A82A-6256-6BE52ED792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20" name="Grafik 119">
                  <a:extLst>
                    <a:ext uri="{FF2B5EF4-FFF2-40B4-BE49-F238E27FC236}">
                      <a16:creationId xmlns:a16="http://schemas.microsoft.com/office/drawing/2014/main" id="{52514721-8A8B-72A5-DA6A-A84AD3869E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3B724E0F-424B-9BF6-DAFF-C94E16405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13" name="Grafik 112">
              <a:extLst>
                <a:ext uri="{FF2B5EF4-FFF2-40B4-BE49-F238E27FC236}">
                  <a16:creationId xmlns:a16="http://schemas.microsoft.com/office/drawing/2014/main" id="{866BDB76-0554-7B62-41E8-7D500BE6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14" name="Grafik 113">
              <a:extLst>
                <a:ext uri="{FF2B5EF4-FFF2-40B4-BE49-F238E27FC236}">
                  <a16:creationId xmlns:a16="http://schemas.microsoft.com/office/drawing/2014/main" id="{B0C61A8B-718B-134F-C87B-2BDD17F11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E175EF63-A131-FB5F-1EC5-1C8AD4AE5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EA48D481-94C0-5AC5-10AF-00BCC53FED16}"/>
              </a:ext>
            </a:extLst>
          </p:cNvPr>
          <p:cNvGrpSpPr/>
          <p:nvPr/>
        </p:nvGrpSpPr>
        <p:grpSpPr>
          <a:xfrm>
            <a:off x="9622528" y="4777850"/>
            <a:ext cx="668381" cy="349898"/>
            <a:chOff x="8062071" y="3642118"/>
            <a:chExt cx="686327" cy="701282"/>
          </a:xfrm>
        </p:grpSpPr>
        <p:pic>
          <p:nvPicPr>
            <p:cNvPr id="124" name="Grafik 123">
              <a:extLst>
                <a:ext uri="{FF2B5EF4-FFF2-40B4-BE49-F238E27FC236}">
                  <a16:creationId xmlns:a16="http://schemas.microsoft.com/office/drawing/2014/main" id="{85B68433-847A-B4F3-62FA-9B519B664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22B53B54-3A8D-2A7D-7BCE-1B020042E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0F57E4B2-42E3-D683-6B83-52AF17202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40" name="Gruppieren 139">
              <a:extLst>
                <a:ext uri="{FF2B5EF4-FFF2-40B4-BE49-F238E27FC236}">
                  <a16:creationId xmlns:a16="http://schemas.microsoft.com/office/drawing/2014/main" id="{957BF1F6-01CB-429C-0D4B-C6FC5DDE6710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E185FB5B-1DF6-44C2-4B89-68E0D1160A3B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46" name="Gruppieren 145">
                <a:extLst>
                  <a:ext uri="{FF2B5EF4-FFF2-40B4-BE49-F238E27FC236}">
                    <a16:creationId xmlns:a16="http://schemas.microsoft.com/office/drawing/2014/main" id="{5836215F-89F5-CC1D-AB75-98895C69FFE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47" name="Grafik 146">
                  <a:extLst>
                    <a:ext uri="{FF2B5EF4-FFF2-40B4-BE49-F238E27FC236}">
                      <a16:creationId xmlns:a16="http://schemas.microsoft.com/office/drawing/2014/main" id="{D8E11990-CA32-DDB8-0ECE-8027CC7942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48" name="Grafik 147">
                  <a:extLst>
                    <a:ext uri="{FF2B5EF4-FFF2-40B4-BE49-F238E27FC236}">
                      <a16:creationId xmlns:a16="http://schemas.microsoft.com/office/drawing/2014/main" id="{7A3A0FBC-EC78-0DD5-82D7-36EC5335DB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49" name="Grafik 148">
                  <a:extLst>
                    <a:ext uri="{FF2B5EF4-FFF2-40B4-BE49-F238E27FC236}">
                      <a16:creationId xmlns:a16="http://schemas.microsoft.com/office/drawing/2014/main" id="{7A403244-FBBE-492A-55D6-5E16F2056F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20B7FC96-2628-9E70-41B3-7529C17663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CF83CC56-4D0F-62A5-5084-E3D794849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43" name="Grafik 142">
              <a:extLst>
                <a:ext uri="{FF2B5EF4-FFF2-40B4-BE49-F238E27FC236}">
                  <a16:creationId xmlns:a16="http://schemas.microsoft.com/office/drawing/2014/main" id="{33B51CB9-B9BF-8701-6AA2-3A42FB073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44" name="Grafik 143">
              <a:extLst>
                <a:ext uri="{FF2B5EF4-FFF2-40B4-BE49-F238E27FC236}">
                  <a16:creationId xmlns:a16="http://schemas.microsoft.com/office/drawing/2014/main" id="{C35C9384-9219-BC7B-72AD-2E6C12065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50" name="Gruppieren 149">
            <a:extLst>
              <a:ext uri="{FF2B5EF4-FFF2-40B4-BE49-F238E27FC236}">
                <a16:creationId xmlns:a16="http://schemas.microsoft.com/office/drawing/2014/main" id="{7C586DA9-2A8F-118A-D0EC-C6739FD13077}"/>
              </a:ext>
            </a:extLst>
          </p:cNvPr>
          <p:cNvGrpSpPr/>
          <p:nvPr/>
        </p:nvGrpSpPr>
        <p:grpSpPr>
          <a:xfrm>
            <a:off x="9530575" y="4901423"/>
            <a:ext cx="668381" cy="349898"/>
            <a:chOff x="8062071" y="3642118"/>
            <a:chExt cx="686327" cy="701282"/>
          </a:xfrm>
        </p:grpSpPr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5E0E661D-C06C-CA33-5891-4C6F7AB7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52" name="Grafik 151">
              <a:extLst>
                <a:ext uri="{FF2B5EF4-FFF2-40B4-BE49-F238E27FC236}">
                  <a16:creationId xmlns:a16="http://schemas.microsoft.com/office/drawing/2014/main" id="{1F9B68CB-DA84-EE27-F821-BD61265D3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53" name="Grafik 152">
              <a:extLst>
                <a:ext uri="{FF2B5EF4-FFF2-40B4-BE49-F238E27FC236}">
                  <a16:creationId xmlns:a16="http://schemas.microsoft.com/office/drawing/2014/main" id="{9DF3B05E-A429-938A-5893-18FEF4902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54" name="Gruppieren 153">
              <a:extLst>
                <a:ext uri="{FF2B5EF4-FFF2-40B4-BE49-F238E27FC236}">
                  <a16:creationId xmlns:a16="http://schemas.microsoft.com/office/drawing/2014/main" id="{279184C9-B507-C5A5-F8B8-4CAB1151E96B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E7BBF8C4-1EE6-B33D-61BA-E3B42BD9D710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60" name="Gruppieren 159">
                <a:extLst>
                  <a:ext uri="{FF2B5EF4-FFF2-40B4-BE49-F238E27FC236}">
                    <a16:creationId xmlns:a16="http://schemas.microsoft.com/office/drawing/2014/main" id="{4B86D1D0-A781-6AB8-8EB5-F5047038C1B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61" name="Grafik 160">
                  <a:extLst>
                    <a:ext uri="{FF2B5EF4-FFF2-40B4-BE49-F238E27FC236}">
                      <a16:creationId xmlns:a16="http://schemas.microsoft.com/office/drawing/2014/main" id="{18F9097A-E8D8-93F1-174B-F917A4BBD0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62" name="Grafik 161">
                  <a:extLst>
                    <a:ext uri="{FF2B5EF4-FFF2-40B4-BE49-F238E27FC236}">
                      <a16:creationId xmlns:a16="http://schemas.microsoft.com/office/drawing/2014/main" id="{26D6526B-1F0A-9D4D-A683-87F2DA990E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63" name="Grafik 162">
                  <a:extLst>
                    <a:ext uri="{FF2B5EF4-FFF2-40B4-BE49-F238E27FC236}">
                      <a16:creationId xmlns:a16="http://schemas.microsoft.com/office/drawing/2014/main" id="{B3B75BBB-F7E5-C5C6-4E71-CD21B75A98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E24B07D6-2DA1-0568-51A7-675CF6659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56" name="Grafik 155">
              <a:extLst>
                <a:ext uri="{FF2B5EF4-FFF2-40B4-BE49-F238E27FC236}">
                  <a16:creationId xmlns:a16="http://schemas.microsoft.com/office/drawing/2014/main" id="{07A36702-89DA-DE19-FA54-8DE60962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33D54FB8-7C69-8976-66A0-22DBDCF40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58" name="Grafik 157">
              <a:extLst>
                <a:ext uri="{FF2B5EF4-FFF2-40B4-BE49-F238E27FC236}">
                  <a16:creationId xmlns:a16="http://schemas.microsoft.com/office/drawing/2014/main" id="{CB9B088E-E134-1FAA-D16F-36B033A7E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691E81F5-01B3-AB06-3FF2-16A778915BE2}"/>
              </a:ext>
            </a:extLst>
          </p:cNvPr>
          <p:cNvGrpSpPr/>
          <p:nvPr/>
        </p:nvGrpSpPr>
        <p:grpSpPr>
          <a:xfrm>
            <a:off x="9530575" y="4876541"/>
            <a:ext cx="668381" cy="349898"/>
            <a:chOff x="8062071" y="3642118"/>
            <a:chExt cx="686327" cy="701282"/>
          </a:xfrm>
        </p:grpSpPr>
        <p:pic>
          <p:nvPicPr>
            <p:cNvPr id="165" name="Grafik 164">
              <a:extLst>
                <a:ext uri="{FF2B5EF4-FFF2-40B4-BE49-F238E27FC236}">
                  <a16:creationId xmlns:a16="http://schemas.microsoft.com/office/drawing/2014/main" id="{6A4DB11E-C291-F468-DEB0-483B4125D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314B31C1-35E4-1B1E-F2A1-7871E939D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67" name="Grafik 166">
              <a:extLst>
                <a:ext uri="{FF2B5EF4-FFF2-40B4-BE49-F238E27FC236}">
                  <a16:creationId xmlns:a16="http://schemas.microsoft.com/office/drawing/2014/main" id="{9E68FED3-D387-4C71-1507-98885EEDA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68" name="Gruppieren 167">
              <a:extLst>
                <a:ext uri="{FF2B5EF4-FFF2-40B4-BE49-F238E27FC236}">
                  <a16:creationId xmlns:a16="http://schemas.microsoft.com/office/drawing/2014/main" id="{C2DA480E-B0B5-6061-D07F-E639D5A63848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1EDFCD5A-5CB2-6F51-F750-4DD6D6570799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74" name="Gruppieren 173">
                <a:extLst>
                  <a:ext uri="{FF2B5EF4-FFF2-40B4-BE49-F238E27FC236}">
                    <a16:creationId xmlns:a16="http://schemas.microsoft.com/office/drawing/2014/main" id="{A16B2EED-E6FF-EDFD-D3F4-F9385C6177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75" name="Grafik 174">
                  <a:extLst>
                    <a:ext uri="{FF2B5EF4-FFF2-40B4-BE49-F238E27FC236}">
                      <a16:creationId xmlns:a16="http://schemas.microsoft.com/office/drawing/2014/main" id="{638C83D4-E4E6-5656-5575-505161FC13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76" name="Grafik 175">
                  <a:extLst>
                    <a:ext uri="{FF2B5EF4-FFF2-40B4-BE49-F238E27FC236}">
                      <a16:creationId xmlns:a16="http://schemas.microsoft.com/office/drawing/2014/main" id="{FE11D574-4865-1CD7-13B6-D335EAEED9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77" name="Grafik 176">
                  <a:extLst>
                    <a:ext uri="{FF2B5EF4-FFF2-40B4-BE49-F238E27FC236}">
                      <a16:creationId xmlns:a16="http://schemas.microsoft.com/office/drawing/2014/main" id="{65B81943-0E59-7C31-B329-6E1C6411AD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69" name="Gerader Verbinder 168">
              <a:extLst>
                <a:ext uri="{FF2B5EF4-FFF2-40B4-BE49-F238E27FC236}">
                  <a16:creationId xmlns:a16="http://schemas.microsoft.com/office/drawing/2014/main" id="{D31BFFF0-2D9A-E54C-776B-8F92ADA67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70" name="Grafik 169">
              <a:extLst>
                <a:ext uri="{FF2B5EF4-FFF2-40B4-BE49-F238E27FC236}">
                  <a16:creationId xmlns:a16="http://schemas.microsoft.com/office/drawing/2014/main" id="{4F86B770-C5CA-5A77-D6B0-24997C66D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71" name="Grafik 170">
              <a:extLst>
                <a:ext uri="{FF2B5EF4-FFF2-40B4-BE49-F238E27FC236}">
                  <a16:creationId xmlns:a16="http://schemas.microsoft.com/office/drawing/2014/main" id="{7A385037-E90B-5C2E-6C58-EEA23BA4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72" name="Grafik 171">
              <a:extLst>
                <a:ext uri="{FF2B5EF4-FFF2-40B4-BE49-F238E27FC236}">
                  <a16:creationId xmlns:a16="http://schemas.microsoft.com/office/drawing/2014/main" id="{58423C0D-8A23-B89F-8FD1-E23E48858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78" name="Gruppieren 177">
            <a:extLst>
              <a:ext uri="{FF2B5EF4-FFF2-40B4-BE49-F238E27FC236}">
                <a16:creationId xmlns:a16="http://schemas.microsoft.com/office/drawing/2014/main" id="{BB0AABAF-A625-C1B5-CFF5-5C1F4379383E}"/>
              </a:ext>
            </a:extLst>
          </p:cNvPr>
          <p:cNvGrpSpPr/>
          <p:nvPr/>
        </p:nvGrpSpPr>
        <p:grpSpPr>
          <a:xfrm>
            <a:off x="9822867" y="4951186"/>
            <a:ext cx="668381" cy="349898"/>
            <a:chOff x="8062071" y="3642118"/>
            <a:chExt cx="686327" cy="701282"/>
          </a:xfrm>
        </p:grpSpPr>
        <p:pic>
          <p:nvPicPr>
            <p:cNvPr id="179" name="Grafik 178">
              <a:extLst>
                <a:ext uri="{FF2B5EF4-FFF2-40B4-BE49-F238E27FC236}">
                  <a16:creationId xmlns:a16="http://schemas.microsoft.com/office/drawing/2014/main" id="{0E1383C1-3B60-E05A-EFF4-8BAE267FC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80" name="Grafik 179">
              <a:extLst>
                <a:ext uri="{FF2B5EF4-FFF2-40B4-BE49-F238E27FC236}">
                  <a16:creationId xmlns:a16="http://schemas.microsoft.com/office/drawing/2014/main" id="{6D13AE9F-1482-D0B7-2B6C-57546639C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81" name="Grafik 180">
              <a:extLst>
                <a:ext uri="{FF2B5EF4-FFF2-40B4-BE49-F238E27FC236}">
                  <a16:creationId xmlns:a16="http://schemas.microsoft.com/office/drawing/2014/main" id="{3C38E592-FF1D-FBDC-5916-AFB497D2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82" name="Gruppieren 181">
              <a:extLst>
                <a:ext uri="{FF2B5EF4-FFF2-40B4-BE49-F238E27FC236}">
                  <a16:creationId xmlns:a16="http://schemas.microsoft.com/office/drawing/2014/main" id="{B421914F-7FB7-CE09-0DB4-D734249150C5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87" name="Rechteck 186">
                <a:extLst>
                  <a:ext uri="{FF2B5EF4-FFF2-40B4-BE49-F238E27FC236}">
                    <a16:creationId xmlns:a16="http://schemas.microsoft.com/office/drawing/2014/main" id="{F5BC0A5E-76D9-F744-9963-C7FB0CC39B4F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88" name="Gruppieren 187">
                <a:extLst>
                  <a:ext uri="{FF2B5EF4-FFF2-40B4-BE49-F238E27FC236}">
                    <a16:creationId xmlns:a16="http://schemas.microsoft.com/office/drawing/2014/main" id="{02924068-5C81-8ECB-C573-974CDA9ABA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89" name="Grafik 188">
                  <a:extLst>
                    <a:ext uri="{FF2B5EF4-FFF2-40B4-BE49-F238E27FC236}">
                      <a16:creationId xmlns:a16="http://schemas.microsoft.com/office/drawing/2014/main" id="{CA08BB72-2E78-459D-2A51-8AE4E72578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90" name="Grafik 189">
                  <a:extLst>
                    <a:ext uri="{FF2B5EF4-FFF2-40B4-BE49-F238E27FC236}">
                      <a16:creationId xmlns:a16="http://schemas.microsoft.com/office/drawing/2014/main" id="{BBA5E5C2-7557-1538-7F1D-194EB316B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91" name="Grafik 190">
                  <a:extLst>
                    <a:ext uri="{FF2B5EF4-FFF2-40B4-BE49-F238E27FC236}">
                      <a16:creationId xmlns:a16="http://schemas.microsoft.com/office/drawing/2014/main" id="{E2DAD4CD-3A1C-197A-1A51-71DB0D600B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83" name="Gerader Verbinder 182">
              <a:extLst>
                <a:ext uri="{FF2B5EF4-FFF2-40B4-BE49-F238E27FC236}">
                  <a16:creationId xmlns:a16="http://schemas.microsoft.com/office/drawing/2014/main" id="{E6447E12-422D-2576-E007-17045AD00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84" name="Grafik 183">
              <a:extLst>
                <a:ext uri="{FF2B5EF4-FFF2-40B4-BE49-F238E27FC236}">
                  <a16:creationId xmlns:a16="http://schemas.microsoft.com/office/drawing/2014/main" id="{8554AE2A-0A05-6B4D-4547-D21F46379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85" name="Grafik 184">
              <a:extLst>
                <a:ext uri="{FF2B5EF4-FFF2-40B4-BE49-F238E27FC236}">
                  <a16:creationId xmlns:a16="http://schemas.microsoft.com/office/drawing/2014/main" id="{18C3D5D4-0346-A11A-B6D1-6E0F1075E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86" name="Grafik 185">
              <a:extLst>
                <a:ext uri="{FF2B5EF4-FFF2-40B4-BE49-F238E27FC236}">
                  <a16:creationId xmlns:a16="http://schemas.microsoft.com/office/drawing/2014/main" id="{4157268D-5252-B76A-8573-24B2A2CF0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92" name="Gruppieren 191">
            <a:extLst>
              <a:ext uri="{FF2B5EF4-FFF2-40B4-BE49-F238E27FC236}">
                <a16:creationId xmlns:a16="http://schemas.microsoft.com/office/drawing/2014/main" id="{108B4162-E56C-4018-42C7-12A382BAD36F}"/>
              </a:ext>
            </a:extLst>
          </p:cNvPr>
          <p:cNvGrpSpPr/>
          <p:nvPr/>
        </p:nvGrpSpPr>
        <p:grpSpPr>
          <a:xfrm>
            <a:off x="9822867" y="4777015"/>
            <a:ext cx="668381" cy="349898"/>
            <a:chOff x="8062071" y="3642118"/>
            <a:chExt cx="686327" cy="701282"/>
          </a:xfrm>
        </p:grpSpPr>
        <p:pic>
          <p:nvPicPr>
            <p:cNvPr id="193" name="Grafik 192">
              <a:extLst>
                <a:ext uri="{FF2B5EF4-FFF2-40B4-BE49-F238E27FC236}">
                  <a16:creationId xmlns:a16="http://schemas.microsoft.com/office/drawing/2014/main" id="{648976CA-9FE9-48FB-6E06-836058007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94" name="Grafik 193">
              <a:extLst>
                <a:ext uri="{FF2B5EF4-FFF2-40B4-BE49-F238E27FC236}">
                  <a16:creationId xmlns:a16="http://schemas.microsoft.com/office/drawing/2014/main" id="{EA13AFC3-1BFF-7E5D-F177-A51011BE6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95" name="Grafik 194">
              <a:extLst>
                <a:ext uri="{FF2B5EF4-FFF2-40B4-BE49-F238E27FC236}">
                  <a16:creationId xmlns:a16="http://schemas.microsoft.com/office/drawing/2014/main" id="{04E2FBD7-EF62-7EC8-556F-787B1D20A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96" name="Gruppieren 195">
              <a:extLst>
                <a:ext uri="{FF2B5EF4-FFF2-40B4-BE49-F238E27FC236}">
                  <a16:creationId xmlns:a16="http://schemas.microsoft.com/office/drawing/2014/main" id="{0F1EB382-312B-79C0-A6A5-7169540137B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01" name="Rechteck 200">
                <a:extLst>
                  <a:ext uri="{FF2B5EF4-FFF2-40B4-BE49-F238E27FC236}">
                    <a16:creationId xmlns:a16="http://schemas.microsoft.com/office/drawing/2014/main" id="{8FABBA55-0E67-32BA-6AB7-DDD2FCCB65C6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02" name="Gruppieren 201">
                <a:extLst>
                  <a:ext uri="{FF2B5EF4-FFF2-40B4-BE49-F238E27FC236}">
                    <a16:creationId xmlns:a16="http://schemas.microsoft.com/office/drawing/2014/main" id="{05C1AAD2-9E46-67B5-A852-7C1200DF70C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03" name="Grafik 202">
                  <a:extLst>
                    <a:ext uri="{FF2B5EF4-FFF2-40B4-BE49-F238E27FC236}">
                      <a16:creationId xmlns:a16="http://schemas.microsoft.com/office/drawing/2014/main" id="{DB99C55F-25AE-EDDA-222E-C29FD7A492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04" name="Grafik 203">
                  <a:extLst>
                    <a:ext uri="{FF2B5EF4-FFF2-40B4-BE49-F238E27FC236}">
                      <a16:creationId xmlns:a16="http://schemas.microsoft.com/office/drawing/2014/main" id="{B2CADBC0-7C56-5670-5CED-BE4DCD55D4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05" name="Grafik 204">
                  <a:extLst>
                    <a:ext uri="{FF2B5EF4-FFF2-40B4-BE49-F238E27FC236}">
                      <a16:creationId xmlns:a16="http://schemas.microsoft.com/office/drawing/2014/main" id="{52F9EBA4-5987-4028-D83E-9EC2587EBB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97" name="Gerader Verbinder 196">
              <a:extLst>
                <a:ext uri="{FF2B5EF4-FFF2-40B4-BE49-F238E27FC236}">
                  <a16:creationId xmlns:a16="http://schemas.microsoft.com/office/drawing/2014/main" id="{ED5AB53E-A235-5380-0863-4C3768684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98" name="Grafik 197">
              <a:extLst>
                <a:ext uri="{FF2B5EF4-FFF2-40B4-BE49-F238E27FC236}">
                  <a16:creationId xmlns:a16="http://schemas.microsoft.com/office/drawing/2014/main" id="{E5185D51-6007-C0C1-FE0C-4FE250FE5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99" name="Grafik 198">
              <a:extLst>
                <a:ext uri="{FF2B5EF4-FFF2-40B4-BE49-F238E27FC236}">
                  <a16:creationId xmlns:a16="http://schemas.microsoft.com/office/drawing/2014/main" id="{F7837AFD-2993-B876-9D25-DD2B1DF93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00" name="Grafik 199">
              <a:extLst>
                <a:ext uri="{FF2B5EF4-FFF2-40B4-BE49-F238E27FC236}">
                  <a16:creationId xmlns:a16="http://schemas.microsoft.com/office/drawing/2014/main" id="{3951DEB1-3DBB-42AE-B339-E878909FD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206" name="Gruppieren 205">
            <a:extLst>
              <a:ext uri="{FF2B5EF4-FFF2-40B4-BE49-F238E27FC236}">
                <a16:creationId xmlns:a16="http://schemas.microsoft.com/office/drawing/2014/main" id="{F53A94B2-1CC7-05CA-5E30-9B63F824F553}"/>
              </a:ext>
            </a:extLst>
          </p:cNvPr>
          <p:cNvGrpSpPr/>
          <p:nvPr/>
        </p:nvGrpSpPr>
        <p:grpSpPr>
          <a:xfrm>
            <a:off x="9996799" y="4739693"/>
            <a:ext cx="668381" cy="349898"/>
            <a:chOff x="8062071" y="3642118"/>
            <a:chExt cx="686327" cy="701282"/>
          </a:xfrm>
        </p:grpSpPr>
        <p:pic>
          <p:nvPicPr>
            <p:cNvPr id="207" name="Grafik 206">
              <a:extLst>
                <a:ext uri="{FF2B5EF4-FFF2-40B4-BE49-F238E27FC236}">
                  <a16:creationId xmlns:a16="http://schemas.microsoft.com/office/drawing/2014/main" id="{44A882B0-89C8-7247-3574-A133041F1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08" name="Grafik 207">
              <a:extLst>
                <a:ext uri="{FF2B5EF4-FFF2-40B4-BE49-F238E27FC236}">
                  <a16:creationId xmlns:a16="http://schemas.microsoft.com/office/drawing/2014/main" id="{7919BE42-AF3B-D7EB-E70B-9C200765A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09" name="Grafik 208">
              <a:extLst>
                <a:ext uri="{FF2B5EF4-FFF2-40B4-BE49-F238E27FC236}">
                  <a16:creationId xmlns:a16="http://schemas.microsoft.com/office/drawing/2014/main" id="{EEC27134-8BA8-389D-745D-57D3029BF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10" name="Gruppieren 209">
              <a:extLst>
                <a:ext uri="{FF2B5EF4-FFF2-40B4-BE49-F238E27FC236}">
                  <a16:creationId xmlns:a16="http://schemas.microsoft.com/office/drawing/2014/main" id="{31A3B37B-AD14-85B2-D585-8BC007A7EABF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15" name="Rechteck 214">
                <a:extLst>
                  <a:ext uri="{FF2B5EF4-FFF2-40B4-BE49-F238E27FC236}">
                    <a16:creationId xmlns:a16="http://schemas.microsoft.com/office/drawing/2014/main" id="{D7C4E796-FDA1-5F63-04A2-2F6EC1242010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16" name="Gruppieren 215">
                <a:extLst>
                  <a:ext uri="{FF2B5EF4-FFF2-40B4-BE49-F238E27FC236}">
                    <a16:creationId xmlns:a16="http://schemas.microsoft.com/office/drawing/2014/main" id="{60A3EC84-356E-74D6-5B2D-3768934435B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17" name="Grafik 216">
                  <a:extLst>
                    <a:ext uri="{FF2B5EF4-FFF2-40B4-BE49-F238E27FC236}">
                      <a16:creationId xmlns:a16="http://schemas.microsoft.com/office/drawing/2014/main" id="{6A5266BD-B81C-E55C-BF36-0B3C9256DE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18" name="Grafik 217">
                  <a:extLst>
                    <a:ext uri="{FF2B5EF4-FFF2-40B4-BE49-F238E27FC236}">
                      <a16:creationId xmlns:a16="http://schemas.microsoft.com/office/drawing/2014/main" id="{22CDAC40-EC99-ED20-D79F-20698473A7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19" name="Grafik 218">
                  <a:extLst>
                    <a:ext uri="{FF2B5EF4-FFF2-40B4-BE49-F238E27FC236}">
                      <a16:creationId xmlns:a16="http://schemas.microsoft.com/office/drawing/2014/main" id="{65B05640-1D18-07A7-8A12-B31A914BCB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11" name="Gerader Verbinder 210">
              <a:extLst>
                <a:ext uri="{FF2B5EF4-FFF2-40B4-BE49-F238E27FC236}">
                  <a16:creationId xmlns:a16="http://schemas.microsoft.com/office/drawing/2014/main" id="{18514E08-AA10-4D96-EC24-51EF05AA9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12" name="Grafik 211">
              <a:extLst>
                <a:ext uri="{FF2B5EF4-FFF2-40B4-BE49-F238E27FC236}">
                  <a16:creationId xmlns:a16="http://schemas.microsoft.com/office/drawing/2014/main" id="{24B0F2AD-341D-494A-1253-6F0E91F59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13" name="Grafik 212">
              <a:extLst>
                <a:ext uri="{FF2B5EF4-FFF2-40B4-BE49-F238E27FC236}">
                  <a16:creationId xmlns:a16="http://schemas.microsoft.com/office/drawing/2014/main" id="{C9E62BA5-E2EF-C45A-C5DC-B78B78822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14" name="Grafik 213">
              <a:extLst>
                <a:ext uri="{FF2B5EF4-FFF2-40B4-BE49-F238E27FC236}">
                  <a16:creationId xmlns:a16="http://schemas.microsoft.com/office/drawing/2014/main" id="{AA9A65A0-FF9C-E9E5-2D4B-869F1C630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220" name="Gruppieren 219">
            <a:extLst>
              <a:ext uri="{FF2B5EF4-FFF2-40B4-BE49-F238E27FC236}">
                <a16:creationId xmlns:a16="http://schemas.microsoft.com/office/drawing/2014/main" id="{B2210BCA-7409-DB6F-9BA5-75E9CACD3A94}"/>
              </a:ext>
            </a:extLst>
          </p:cNvPr>
          <p:cNvGrpSpPr/>
          <p:nvPr/>
        </p:nvGrpSpPr>
        <p:grpSpPr>
          <a:xfrm>
            <a:off x="9822867" y="4864100"/>
            <a:ext cx="668381" cy="349898"/>
            <a:chOff x="8062071" y="3642118"/>
            <a:chExt cx="686327" cy="701282"/>
          </a:xfrm>
        </p:grpSpPr>
        <p:pic>
          <p:nvPicPr>
            <p:cNvPr id="221" name="Grafik 220">
              <a:extLst>
                <a:ext uri="{FF2B5EF4-FFF2-40B4-BE49-F238E27FC236}">
                  <a16:creationId xmlns:a16="http://schemas.microsoft.com/office/drawing/2014/main" id="{1AF7B392-7310-D958-ED6E-91720CC23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22" name="Grafik 221">
              <a:extLst>
                <a:ext uri="{FF2B5EF4-FFF2-40B4-BE49-F238E27FC236}">
                  <a16:creationId xmlns:a16="http://schemas.microsoft.com/office/drawing/2014/main" id="{C657E597-75C1-413A-AFEA-38A3358D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23" name="Grafik 222">
              <a:extLst>
                <a:ext uri="{FF2B5EF4-FFF2-40B4-BE49-F238E27FC236}">
                  <a16:creationId xmlns:a16="http://schemas.microsoft.com/office/drawing/2014/main" id="{B31A02D8-877C-10AC-1879-5CB6099F7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24" name="Gruppieren 223">
              <a:extLst>
                <a:ext uri="{FF2B5EF4-FFF2-40B4-BE49-F238E27FC236}">
                  <a16:creationId xmlns:a16="http://schemas.microsoft.com/office/drawing/2014/main" id="{F976CBAC-A4A3-BED3-1CE0-EA430186931E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29" name="Rechteck 228">
                <a:extLst>
                  <a:ext uri="{FF2B5EF4-FFF2-40B4-BE49-F238E27FC236}">
                    <a16:creationId xmlns:a16="http://schemas.microsoft.com/office/drawing/2014/main" id="{8C615C79-C16C-FBDA-E321-C992059FA98B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30" name="Gruppieren 229">
                <a:extLst>
                  <a:ext uri="{FF2B5EF4-FFF2-40B4-BE49-F238E27FC236}">
                    <a16:creationId xmlns:a16="http://schemas.microsoft.com/office/drawing/2014/main" id="{259B4731-B9F1-E8A0-B27F-01C16A44A8F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31" name="Grafik 230">
                  <a:extLst>
                    <a:ext uri="{FF2B5EF4-FFF2-40B4-BE49-F238E27FC236}">
                      <a16:creationId xmlns:a16="http://schemas.microsoft.com/office/drawing/2014/main" id="{E305A64E-DD57-D78B-8B18-ACDB2E104C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32" name="Grafik 231">
                  <a:extLst>
                    <a:ext uri="{FF2B5EF4-FFF2-40B4-BE49-F238E27FC236}">
                      <a16:creationId xmlns:a16="http://schemas.microsoft.com/office/drawing/2014/main" id="{B9518325-EDA9-045A-64CE-DBE271E90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33" name="Grafik 232">
                  <a:extLst>
                    <a:ext uri="{FF2B5EF4-FFF2-40B4-BE49-F238E27FC236}">
                      <a16:creationId xmlns:a16="http://schemas.microsoft.com/office/drawing/2014/main" id="{8D530FF4-522B-9FE7-4C28-82E7AFDF2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25" name="Gerader Verbinder 224">
              <a:extLst>
                <a:ext uri="{FF2B5EF4-FFF2-40B4-BE49-F238E27FC236}">
                  <a16:creationId xmlns:a16="http://schemas.microsoft.com/office/drawing/2014/main" id="{D26FE4CF-1C9F-A947-D72E-D6AF13C19B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26" name="Grafik 225">
              <a:extLst>
                <a:ext uri="{FF2B5EF4-FFF2-40B4-BE49-F238E27FC236}">
                  <a16:creationId xmlns:a16="http://schemas.microsoft.com/office/drawing/2014/main" id="{6FA8DBB7-D431-4186-A954-ECE316E17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27" name="Grafik 226">
              <a:extLst>
                <a:ext uri="{FF2B5EF4-FFF2-40B4-BE49-F238E27FC236}">
                  <a16:creationId xmlns:a16="http://schemas.microsoft.com/office/drawing/2014/main" id="{194A5247-7574-11D5-3852-E1DB24C7D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28" name="Grafik 227">
              <a:extLst>
                <a:ext uri="{FF2B5EF4-FFF2-40B4-BE49-F238E27FC236}">
                  <a16:creationId xmlns:a16="http://schemas.microsoft.com/office/drawing/2014/main" id="{FEACEC88-D226-2154-78A1-6A0DBBAA1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15" name="Zylinder 14">
            <a:extLst>
              <a:ext uri="{FF2B5EF4-FFF2-40B4-BE49-F238E27FC236}">
                <a16:creationId xmlns:a16="http://schemas.microsoft.com/office/drawing/2014/main" id="{2927D718-4865-206C-FBF5-9925DAE985FB}"/>
              </a:ext>
            </a:extLst>
          </p:cNvPr>
          <p:cNvSpPr/>
          <p:nvPr/>
        </p:nvSpPr>
        <p:spPr>
          <a:xfrm>
            <a:off x="10989405" y="4093504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DPMDP ES</a:t>
            </a:r>
          </a:p>
        </p:txBody>
      </p:sp>
    </p:spTree>
    <p:extLst>
      <p:ext uri="{BB962C8B-B14F-4D97-AF65-F5344CB8AC3E}">
        <p14:creationId xmlns:p14="http://schemas.microsoft.com/office/powerpoint/2010/main" val="322069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5816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B31AAA2-B937-FE52-D30C-D070655C4535}"/>
              </a:ext>
            </a:extLst>
          </p:cNvPr>
          <p:cNvGrpSpPr/>
          <p:nvPr/>
        </p:nvGrpSpPr>
        <p:grpSpPr>
          <a:xfrm>
            <a:off x="1602769" y="733697"/>
            <a:ext cx="1198602" cy="573833"/>
            <a:chOff x="6447292" y="1311006"/>
            <a:chExt cx="1705213" cy="943107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1C0BE930-B291-E2B2-A2AC-C07DEB5B9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2234060-8810-DA2B-4B1E-D2654021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666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220157" y="1800991"/>
            <a:ext cx="1017219" cy="1813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2418" y="1307530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133" y="2126886"/>
            <a:ext cx="828712" cy="516726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7631" y="4834806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</p:grp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8323DA9-448C-4ED4-4627-60B202029888}"/>
              </a:ext>
            </a:extLst>
          </p:cNvPr>
          <p:cNvCxnSpPr/>
          <p:nvPr/>
        </p:nvCxnSpPr>
        <p:spPr>
          <a:xfrm>
            <a:off x="1504850" y="1461810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7E2977B-B320-8CD1-F8EC-EB4078F50451}"/>
              </a:ext>
            </a:extLst>
          </p:cNvPr>
          <p:cNvSpPr txBox="1"/>
          <p:nvPr/>
        </p:nvSpPr>
        <p:spPr>
          <a:xfrm>
            <a:off x="1727008" y="1285057"/>
            <a:ext cx="9492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AVC notifications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5968" y="1314606"/>
            <a:ext cx="448946" cy="614861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8541" y="4549027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5397" y="2384014"/>
            <a:ext cx="511431" cy="443000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33121" y="5437540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Pre-Processing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7809" y="2507846"/>
            <a:ext cx="198919" cy="195335"/>
          </a:xfrm>
          <a:prstGeom prst="rect">
            <a:avLst/>
          </a:prstGeom>
        </p:spPr>
      </p:pic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8D25F46-C81A-746A-50F8-FB1C968464D4}"/>
              </a:ext>
            </a:extLst>
          </p:cNvPr>
          <p:cNvGrpSpPr/>
          <p:nvPr/>
        </p:nvGrpSpPr>
        <p:grpSpPr>
          <a:xfrm>
            <a:off x="2950326" y="4607374"/>
            <a:ext cx="686327" cy="670432"/>
            <a:chOff x="2307218" y="2484284"/>
            <a:chExt cx="686327" cy="670432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5BBA2EA-CF61-0A77-8808-E0A28893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07218" y="2711716"/>
              <a:ext cx="511431" cy="443000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34655857-CA98-8D54-CB61-37BD04B4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645000" y="2764473"/>
              <a:ext cx="149626" cy="149626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63BCEB8-8D1C-3113-A3F9-BED90C7EF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94626" y="2802589"/>
              <a:ext cx="198919" cy="195335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E1E805A9-BC69-DCB7-FD54-165D9C2D39AB}"/>
                </a:ext>
              </a:extLst>
            </p:cNvPr>
            <p:cNvGrpSpPr/>
            <p:nvPr/>
          </p:nvGrpSpPr>
          <p:grpSpPr>
            <a:xfrm rot="559622">
              <a:off x="2419345" y="2524064"/>
              <a:ext cx="418250" cy="147871"/>
              <a:chOff x="3664801" y="2485737"/>
              <a:chExt cx="418250" cy="147871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E2B0FB8C-CFBE-3CF2-DF58-87A9B70307E4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0D04E791-E34D-90D4-BD3F-3E52106B6D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AD930E0F-7A80-E3DA-61D5-E1C2FDC75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9" name="Grafik 48">
                  <a:extLst>
                    <a:ext uri="{FF2B5EF4-FFF2-40B4-BE49-F238E27FC236}">
                      <a16:creationId xmlns:a16="http://schemas.microsoft.com/office/drawing/2014/main" id="{B5A154C8-2E67-F855-7F61-6BC88CB9F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51" name="Grafik 50">
                  <a:extLst>
                    <a:ext uri="{FF2B5EF4-FFF2-40B4-BE49-F238E27FC236}">
                      <a16:creationId xmlns:a16="http://schemas.microsoft.com/office/drawing/2014/main" id="{23B98640-4E4A-8C2E-BFDB-C4CB5CA2C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BE3847BB-2E30-97B2-FBE6-E057D35DD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349" y="2484284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8646" y="4293542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62663" y="5552103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Processing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707261" y="4591309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52825" y="4193357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9725" y="3962776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7831" y="5463571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Transmitting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021F0CD-6289-D2E5-02B3-40C8BD41C766}"/>
              </a:ext>
            </a:extLst>
          </p:cNvPr>
          <p:cNvGrpSpPr/>
          <p:nvPr/>
        </p:nvGrpSpPr>
        <p:grpSpPr>
          <a:xfrm>
            <a:off x="8069572" y="4591309"/>
            <a:ext cx="686327" cy="701282"/>
            <a:chOff x="8062071" y="3642118"/>
            <a:chExt cx="686327" cy="701282"/>
          </a:xfrm>
        </p:grpSpPr>
        <p:pic>
          <p:nvPicPr>
            <p:cNvPr id="128" name="Grafik 127">
              <a:extLst>
                <a:ext uri="{FF2B5EF4-FFF2-40B4-BE49-F238E27FC236}">
                  <a16:creationId xmlns:a16="http://schemas.microsoft.com/office/drawing/2014/main" id="{1082E7CE-26E0-691B-1E14-E9F89BDC5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30" name="Grafik 129">
              <a:extLst>
                <a:ext uri="{FF2B5EF4-FFF2-40B4-BE49-F238E27FC236}">
                  <a16:creationId xmlns:a16="http://schemas.microsoft.com/office/drawing/2014/main" id="{50CD65C5-3114-9903-B6C3-26096636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0A002F32-970D-F126-34F2-FCB345819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3CB59501-75AA-0A15-27F0-EE2826AB8F7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FF3CEF8B-2450-D8CF-C9B0-15868AFB0428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35" name="Gruppieren 134">
                <a:extLst>
                  <a:ext uri="{FF2B5EF4-FFF2-40B4-BE49-F238E27FC236}">
                    <a16:creationId xmlns:a16="http://schemas.microsoft.com/office/drawing/2014/main" id="{17DD7458-8DBB-DE33-A0E4-5CA67BD2CF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36" name="Grafik 135">
                  <a:extLst>
                    <a:ext uri="{FF2B5EF4-FFF2-40B4-BE49-F238E27FC236}">
                      <a16:creationId xmlns:a16="http://schemas.microsoft.com/office/drawing/2014/main" id="{8D17594E-F078-9E9B-8EEC-78EEDC725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37" name="Grafik 136">
                  <a:extLst>
                    <a:ext uri="{FF2B5EF4-FFF2-40B4-BE49-F238E27FC236}">
                      <a16:creationId xmlns:a16="http://schemas.microsoft.com/office/drawing/2014/main" id="{5E07E1EE-59E6-C9B3-322B-0B42B31F71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38" name="Grafik 137">
                  <a:extLst>
                    <a:ext uri="{FF2B5EF4-FFF2-40B4-BE49-F238E27FC236}">
                      <a16:creationId xmlns:a16="http://schemas.microsoft.com/office/drawing/2014/main" id="{3EEC51E6-63CF-0222-72A9-756981111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104D138B-ABDF-D4D4-76B7-EE1F7B980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21261" y="4858251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DPMDP</a:t>
            </a:r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20773" y="3310980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5FE5353-7A03-06C6-B759-0F725520E30E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#251114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F9C5036-6A4A-E2DA-42B7-79A6BCB9BE7E}"/>
              </a:ext>
            </a:extLst>
          </p:cNvPr>
          <p:cNvSpPr txBox="1"/>
          <p:nvPr/>
        </p:nvSpPr>
        <p:spPr>
          <a:xfrm>
            <a:off x="2966232" y="4013864"/>
            <a:ext cx="1254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reading raw data, capability and config individually and directly from a replication of the</a:t>
            </a:r>
            <a:br>
              <a:rPr lang="en-US" sz="800" noProof="0" dirty="0"/>
            </a:br>
            <a:r>
              <a:rPr lang="en-US" sz="800" noProof="0" dirty="0"/>
              <a:t>                              MWDI ES</a:t>
            </a: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55D439C3-42B8-FDB5-468E-D49C7176395B}"/>
              </a:ext>
            </a:extLst>
          </p:cNvPr>
          <p:cNvSpPr/>
          <p:nvPr/>
        </p:nvSpPr>
        <p:spPr>
          <a:xfrm>
            <a:off x="377630" y="2997331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MWDI ES</a:t>
            </a: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EDD8DF57-C4DC-0274-04C7-AE0C3064004D}"/>
              </a:ext>
            </a:extLst>
          </p:cNvPr>
          <p:cNvSpPr/>
          <p:nvPr/>
        </p:nvSpPr>
        <p:spPr>
          <a:xfrm>
            <a:off x="2242443" y="3035868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DPMDP ES</a:t>
            </a:r>
          </a:p>
        </p:txBody>
      </p:sp>
      <p:sp>
        <p:nvSpPr>
          <p:cNvPr id="26" name="Pfeil: eingekerbt nach rechts 25">
            <a:extLst>
              <a:ext uri="{FF2B5EF4-FFF2-40B4-BE49-F238E27FC236}">
                <a16:creationId xmlns:a16="http://schemas.microsoft.com/office/drawing/2014/main" id="{3BFD74B8-D723-4F5F-DE79-EC607AF52C54}"/>
              </a:ext>
            </a:extLst>
          </p:cNvPr>
          <p:cNvSpPr/>
          <p:nvPr/>
        </p:nvSpPr>
        <p:spPr>
          <a:xfrm>
            <a:off x="1380420" y="3095599"/>
            <a:ext cx="684244" cy="232413"/>
          </a:xfrm>
          <a:prstGeom prst="notch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4D1F9BB-B4BE-47F4-9884-0A3DD20A6FCA}"/>
              </a:ext>
            </a:extLst>
          </p:cNvPr>
          <p:cNvCxnSpPr>
            <a:cxnSpLocks/>
          </p:cNvCxnSpPr>
          <p:nvPr/>
        </p:nvCxnSpPr>
        <p:spPr>
          <a:xfrm>
            <a:off x="2885196" y="3457838"/>
            <a:ext cx="1498034" cy="810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02096C68-F162-ABF8-D72C-D9F0171913A1}"/>
              </a:ext>
            </a:extLst>
          </p:cNvPr>
          <p:cNvSpPr txBox="1"/>
          <p:nvPr/>
        </p:nvSpPr>
        <p:spPr>
          <a:xfrm>
            <a:off x="1380420" y="2732768"/>
            <a:ext cx="656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/>
              <a:t>cronjob replication</a:t>
            </a:r>
          </a:p>
          <a:p>
            <a:pPr algn="ctr"/>
            <a:r>
              <a:rPr lang="en-US" sz="800" noProof="0"/>
              <a:t>by ES</a:t>
            </a:r>
            <a:endParaRPr lang="en-US" sz="800" noProof="0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875EF80E-E5C3-46C9-DEE2-17DF6F0D27C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66828" y="1193313"/>
            <a:ext cx="985543" cy="678361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ED4624B0-00FA-A736-752C-7ABFA46940FD}"/>
              </a:ext>
            </a:extLst>
          </p:cNvPr>
          <p:cNvSpPr/>
          <p:nvPr/>
        </p:nvSpPr>
        <p:spPr>
          <a:xfrm>
            <a:off x="3040198" y="1051692"/>
            <a:ext cx="2141024" cy="984928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Legende: Linie 31">
            <a:extLst>
              <a:ext uri="{FF2B5EF4-FFF2-40B4-BE49-F238E27FC236}">
                <a16:creationId xmlns:a16="http://schemas.microsoft.com/office/drawing/2014/main" id="{807A3B68-9115-A44C-7B20-227A0FD1DD97}"/>
              </a:ext>
            </a:extLst>
          </p:cNvPr>
          <p:cNvSpPr/>
          <p:nvPr/>
        </p:nvSpPr>
        <p:spPr>
          <a:xfrm>
            <a:off x="5639564" y="330501"/>
            <a:ext cx="2181483" cy="215444"/>
          </a:xfrm>
          <a:prstGeom prst="borderCallout1">
            <a:avLst>
              <a:gd name="adj1" fmla="val 51908"/>
              <a:gd name="adj2" fmla="val -1600"/>
              <a:gd name="adj3" fmla="val 328029"/>
              <a:gd name="adj4" fmla="val -46405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tx1"/>
                </a:solidFill>
              </a:rPr>
              <a:t>regardAttributeValueChange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7" name="Legende: Linie 36">
            <a:extLst>
              <a:ext uri="{FF2B5EF4-FFF2-40B4-BE49-F238E27FC236}">
                <a16:creationId xmlns:a16="http://schemas.microsoft.com/office/drawing/2014/main" id="{ED299136-9B06-034B-3D67-7B84CCFDDD0B}"/>
              </a:ext>
            </a:extLst>
          </p:cNvPr>
          <p:cNvSpPr/>
          <p:nvPr/>
        </p:nvSpPr>
        <p:spPr>
          <a:xfrm>
            <a:off x="4730611" y="2213275"/>
            <a:ext cx="2624922" cy="215444"/>
          </a:xfrm>
          <a:prstGeom prst="borderCallout1">
            <a:avLst>
              <a:gd name="adj1" fmla="val 51908"/>
              <a:gd name="adj2" fmla="val -1600"/>
              <a:gd name="adj3" fmla="val 115388"/>
              <a:gd name="adj4" fmla="val -23167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50083B-E936-4C04-65CE-5FF8579AB1E7}"/>
              </a:ext>
            </a:extLst>
          </p:cNvPr>
          <p:cNvSpPr/>
          <p:nvPr/>
        </p:nvSpPr>
        <p:spPr>
          <a:xfrm>
            <a:off x="171450" y="2828925"/>
            <a:ext cx="4758788" cy="2464594"/>
          </a:xfrm>
          <a:custGeom>
            <a:avLst/>
            <a:gdLst>
              <a:gd name="connsiteX0" fmla="*/ 3629025 w 4758788"/>
              <a:gd name="connsiteY0" fmla="*/ 21431 h 2464594"/>
              <a:gd name="connsiteX1" fmla="*/ 3664744 w 4758788"/>
              <a:gd name="connsiteY1" fmla="*/ 14288 h 2464594"/>
              <a:gd name="connsiteX2" fmla="*/ 3893344 w 4758788"/>
              <a:gd name="connsiteY2" fmla="*/ 0 h 2464594"/>
              <a:gd name="connsiteX3" fmla="*/ 4064794 w 4758788"/>
              <a:gd name="connsiteY3" fmla="*/ 7144 h 2464594"/>
              <a:gd name="connsiteX4" fmla="*/ 4129088 w 4758788"/>
              <a:gd name="connsiteY4" fmla="*/ 14288 h 2464594"/>
              <a:gd name="connsiteX5" fmla="*/ 4214813 w 4758788"/>
              <a:gd name="connsiteY5" fmla="*/ 21431 h 2464594"/>
              <a:gd name="connsiteX6" fmla="*/ 4279106 w 4758788"/>
              <a:gd name="connsiteY6" fmla="*/ 35719 h 2464594"/>
              <a:gd name="connsiteX7" fmla="*/ 4379119 w 4758788"/>
              <a:gd name="connsiteY7" fmla="*/ 42863 h 2464594"/>
              <a:gd name="connsiteX8" fmla="*/ 4421981 w 4758788"/>
              <a:gd name="connsiteY8" fmla="*/ 50006 h 2464594"/>
              <a:gd name="connsiteX9" fmla="*/ 4529138 w 4758788"/>
              <a:gd name="connsiteY9" fmla="*/ 64294 h 2464594"/>
              <a:gd name="connsiteX10" fmla="*/ 4579144 w 4758788"/>
              <a:gd name="connsiteY10" fmla="*/ 78581 h 2464594"/>
              <a:gd name="connsiteX11" fmla="*/ 4629150 w 4758788"/>
              <a:gd name="connsiteY11" fmla="*/ 107156 h 2464594"/>
              <a:gd name="connsiteX12" fmla="*/ 4700588 w 4758788"/>
              <a:gd name="connsiteY12" fmla="*/ 135731 h 2464594"/>
              <a:gd name="connsiteX13" fmla="*/ 4722019 w 4758788"/>
              <a:gd name="connsiteY13" fmla="*/ 164306 h 2464594"/>
              <a:gd name="connsiteX14" fmla="*/ 4736306 w 4758788"/>
              <a:gd name="connsiteY14" fmla="*/ 207169 h 2464594"/>
              <a:gd name="connsiteX15" fmla="*/ 4750594 w 4758788"/>
              <a:gd name="connsiteY15" fmla="*/ 242888 h 2464594"/>
              <a:gd name="connsiteX16" fmla="*/ 4750594 w 4758788"/>
              <a:gd name="connsiteY16" fmla="*/ 342900 h 2464594"/>
              <a:gd name="connsiteX17" fmla="*/ 4650581 w 4758788"/>
              <a:gd name="connsiteY17" fmla="*/ 485775 h 2464594"/>
              <a:gd name="connsiteX18" fmla="*/ 4521994 w 4758788"/>
              <a:gd name="connsiteY18" fmla="*/ 607219 h 2464594"/>
              <a:gd name="connsiteX19" fmla="*/ 4400550 w 4758788"/>
              <a:gd name="connsiteY19" fmla="*/ 685800 h 2464594"/>
              <a:gd name="connsiteX20" fmla="*/ 4200525 w 4758788"/>
              <a:gd name="connsiteY20" fmla="*/ 757238 h 2464594"/>
              <a:gd name="connsiteX21" fmla="*/ 4014788 w 4758788"/>
              <a:gd name="connsiteY21" fmla="*/ 842963 h 2464594"/>
              <a:gd name="connsiteX22" fmla="*/ 3864769 w 4758788"/>
              <a:gd name="connsiteY22" fmla="*/ 878681 h 2464594"/>
              <a:gd name="connsiteX23" fmla="*/ 3700463 w 4758788"/>
              <a:gd name="connsiteY23" fmla="*/ 928688 h 2464594"/>
              <a:gd name="connsiteX24" fmla="*/ 3500438 w 4758788"/>
              <a:gd name="connsiteY24" fmla="*/ 978694 h 2464594"/>
              <a:gd name="connsiteX25" fmla="*/ 3078956 w 4758788"/>
              <a:gd name="connsiteY25" fmla="*/ 1085850 h 2464594"/>
              <a:gd name="connsiteX26" fmla="*/ 2686050 w 4758788"/>
              <a:gd name="connsiteY26" fmla="*/ 1121569 h 2464594"/>
              <a:gd name="connsiteX27" fmla="*/ 2414588 w 4758788"/>
              <a:gd name="connsiteY27" fmla="*/ 1150144 h 2464594"/>
              <a:gd name="connsiteX28" fmla="*/ 1835944 w 4758788"/>
              <a:gd name="connsiteY28" fmla="*/ 1164431 h 2464594"/>
              <a:gd name="connsiteX29" fmla="*/ 1678781 w 4758788"/>
              <a:gd name="connsiteY29" fmla="*/ 1171575 h 2464594"/>
              <a:gd name="connsiteX30" fmla="*/ 1571625 w 4758788"/>
              <a:gd name="connsiteY30" fmla="*/ 1185863 h 2464594"/>
              <a:gd name="connsiteX31" fmla="*/ 1057275 w 4758788"/>
              <a:gd name="connsiteY31" fmla="*/ 1207294 h 2464594"/>
              <a:gd name="connsiteX32" fmla="*/ 878681 w 4758788"/>
              <a:gd name="connsiteY32" fmla="*/ 1243013 h 2464594"/>
              <a:gd name="connsiteX33" fmla="*/ 764381 w 4758788"/>
              <a:gd name="connsiteY33" fmla="*/ 1264444 h 2464594"/>
              <a:gd name="connsiteX34" fmla="*/ 578644 w 4758788"/>
              <a:gd name="connsiteY34" fmla="*/ 1328738 h 2464594"/>
              <a:gd name="connsiteX35" fmla="*/ 500063 w 4758788"/>
              <a:gd name="connsiteY35" fmla="*/ 1357313 h 2464594"/>
              <a:gd name="connsiteX36" fmla="*/ 450056 w 4758788"/>
              <a:gd name="connsiteY36" fmla="*/ 1371600 h 2464594"/>
              <a:gd name="connsiteX37" fmla="*/ 400050 w 4758788"/>
              <a:gd name="connsiteY37" fmla="*/ 1414463 h 2464594"/>
              <a:gd name="connsiteX38" fmla="*/ 257175 w 4758788"/>
              <a:gd name="connsiteY38" fmla="*/ 1485900 h 2464594"/>
              <a:gd name="connsiteX39" fmla="*/ 164306 w 4758788"/>
              <a:gd name="connsiteY39" fmla="*/ 1585913 h 2464594"/>
              <a:gd name="connsiteX40" fmla="*/ 78581 w 4758788"/>
              <a:gd name="connsiteY40" fmla="*/ 1678781 h 2464594"/>
              <a:gd name="connsiteX41" fmla="*/ 35719 w 4758788"/>
              <a:gd name="connsiteY41" fmla="*/ 1764506 h 2464594"/>
              <a:gd name="connsiteX42" fmla="*/ 0 w 4758788"/>
              <a:gd name="connsiteY42" fmla="*/ 1871663 h 2464594"/>
              <a:gd name="connsiteX43" fmla="*/ 7144 w 4758788"/>
              <a:gd name="connsiteY43" fmla="*/ 2050256 h 2464594"/>
              <a:gd name="connsiteX44" fmla="*/ 71438 w 4758788"/>
              <a:gd name="connsiteY44" fmla="*/ 2200275 h 2464594"/>
              <a:gd name="connsiteX45" fmla="*/ 150019 w 4758788"/>
              <a:gd name="connsiteY45" fmla="*/ 2314575 h 2464594"/>
              <a:gd name="connsiteX46" fmla="*/ 207169 w 4758788"/>
              <a:gd name="connsiteY46" fmla="*/ 2371725 h 2464594"/>
              <a:gd name="connsiteX47" fmla="*/ 235744 w 4758788"/>
              <a:gd name="connsiteY47" fmla="*/ 2400300 h 2464594"/>
              <a:gd name="connsiteX48" fmla="*/ 264319 w 4758788"/>
              <a:gd name="connsiteY48" fmla="*/ 2414588 h 2464594"/>
              <a:gd name="connsiteX49" fmla="*/ 321469 w 4758788"/>
              <a:gd name="connsiteY49" fmla="*/ 2450306 h 2464594"/>
              <a:gd name="connsiteX50" fmla="*/ 414338 w 4758788"/>
              <a:gd name="connsiteY50" fmla="*/ 2464594 h 2464594"/>
              <a:gd name="connsiteX51" fmla="*/ 757238 w 4758788"/>
              <a:gd name="connsiteY51" fmla="*/ 2457450 h 246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58788" h="2464594">
                <a:moveTo>
                  <a:pt x="3629025" y="21431"/>
                </a:moveTo>
                <a:cubicBezTo>
                  <a:pt x="3640931" y="19050"/>
                  <a:pt x="3652685" y="15707"/>
                  <a:pt x="3664744" y="14288"/>
                </a:cubicBezTo>
                <a:cubicBezTo>
                  <a:pt x="3730409" y="6563"/>
                  <a:pt x="3834215" y="2957"/>
                  <a:pt x="3893344" y="0"/>
                </a:cubicBezTo>
                <a:lnTo>
                  <a:pt x="4064794" y="7144"/>
                </a:lnTo>
                <a:cubicBezTo>
                  <a:pt x="4086318" y="8449"/>
                  <a:pt x="4107622" y="12244"/>
                  <a:pt x="4129088" y="14288"/>
                </a:cubicBezTo>
                <a:cubicBezTo>
                  <a:pt x="4157633" y="17006"/>
                  <a:pt x="4186238" y="19050"/>
                  <a:pt x="4214813" y="21431"/>
                </a:cubicBezTo>
                <a:cubicBezTo>
                  <a:pt x="4236244" y="26194"/>
                  <a:pt x="4257337" y="32879"/>
                  <a:pt x="4279106" y="35719"/>
                </a:cubicBezTo>
                <a:cubicBezTo>
                  <a:pt x="4312248" y="40042"/>
                  <a:pt x="4345862" y="39537"/>
                  <a:pt x="4379119" y="42863"/>
                </a:cubicBezTo>
                <a:cubicBezTo>
                  <a:pt x="4393531" y="44304"/>
                  <a:pt x="4407642" y="47958"/>
                  <a:pt x="4421981" y="50006"/>
                </a:cubicBezTo>
                <a:cubicBezTo>
                  <a:pt x="4450996" y="54151"/>
                  <a:pt x="4499456" y="58897"/>
                  <a:pt x="4529138" y="64294"/>
                </a:cubicBezTo>
                <a:cubicBezTo>
                  <a:pt x="4536327" y="65601"/>
                  <a:pt x="4570404" y="74211"/>
                  <a:pt x="4579144" y="78581"/>
                </a:cubicBezTo>
                <a:cubicBezTo>
                  <a:pt x="4596315" y="87167"/>
                  <a:pt x="4611779" y="98981"/>
                  <a:pt x="4629150" y="107156"/>
                </a:cubicBezTo>
                <a:cubicBezTo>
                  <a:pt x="4652356" y="118076"/>
                  <a:pt x="4700588" y="135731"/>
                  <a:pt x="4700588" y="135731"/>
                </a:cubicBezTo>
                <a:cubicBezTo>
                  <a:pt x="4707732" y="145256"/>
                  <a:pt x="4716695" y="153657"/>
                  <a:pt x="4722019" y="164306"/>
                </a:cubicBezTo>
                <a:cubicBezTo>
                  <a:pt x="4728754" y="177777"/>
                  <a:pt x="4731159" y="193015"/>
                  <a:pt x="4736306" y="207169"/>
                </a:cubicBezTo>
                <a:cubicBezTo>
                  <a:pt x="4740688" y="219221"/>
                  <a:pt x="4745831" y="230982"/>
                  <a:pt x="4750594" y="242888"/>
                </a:cubicBezTo>
                <a:cubicBezTo>
                  <a:pt x="4756098" y="275908"/>
                  <a:pt x="4765892" y="309522"/>
                  <a:pt x="4750594" y="342900"/>
                </a:cubicBezTo>
                <a:cubicBezTo>
                  <a:pt x="4695670" y="462732"/>
                  <a:pt x="4703834" y="427196"/>
                  <a:pt x="4650581" y="485775"/>
                </a:cubicBezTo>
                <a:cubicBezTo>
                  <a:pt x="4585155" y="557743"/>
                  <a:pt x="4621800" y="532365"/>
                  <a:pt x="4521994" y="607219"/>
                </a:cubicBezTo>
                <a:cubicBezTo>
                  <a:pt x="4481251" y="637776"/>
                  <a:pt x="4448574" y="666331"/>
                  <a:pt x="4400550" y="685800"/>
                </a:cubicBezTo>
                <a:cubicBezTo>
                  <a:pt x="4334937" y="712400"/>
                  <a:pt x="4264808" y="727569"/>
                  <a:pt x="4200525" y="757238"/>
                </a:cubicBezTo>
                <a:cubicBezTo>
                  <a:pt x="4138613" y="785813"/>
                  <a:pt x="4078911" y="819770"/>
                  <a:pt x="4014788" y="842963"/>
                </a:cubicBezTo>
                <a:cubicBezTo>
                  <a:pt x="3966449" y="860447"/>
                  <a:pt x="3914362" y="865156"/>
                  <a:pt x="3864769" y="878681"/>
                </a:cubicBezTo>
                <a:cubicBezTo>
                  <a:pt x="3809537" y="893744"/>
                  <a:pt x="3755670" y="913533"/>
                  <a:pt x="3700463" y="928688"/>
                </a:cubicBezTo>
                <a:cubicBezTo>
                  <a:pt x="3634188" y="946881"/>
                  <a:pt x="3566802" y="960827"/>
                  <a:pt x="3500438" y="978694"/>
                </a:cubicBezTo>
                <a:cubicBezTo>
                  <a:pt x="3345951" y="1020286"/>
                  <a:pt x="3244795" y="1061895"/>
                  <a:pt x="3078956" y="1085850"/>
                </a:cubicBezTo>
                <a:cubicBezTo>
                  <a:pt x="2948798" y="1104651"/>
                  <a:pt x="2816658" y="1106204"/>
                  <a:pt x="2686050" y="1121569"/>
                </a:cubicBezTo>
                <a:cubicBezTo>
                  <a:pt x="2625200" y="1128728"/>
                  <a:pt x="2469027" y="1148009"/>
                  <a:pt x="2414588" y="1150144"/>
                </a:cubicBezTo>
                <a:cubicBezTo>
                  <a:pt x="2221796" y="1157704"/>
                  <a:pt x="2028802" y="1158814"/>
                  <a:pt x="1835944" y="1164431"/>
                </a:cubicBezTo>
                <a:cubicBezTo>
                  <a:pt x="1783524" y="1165958"/>
                  <a:pt x="1731169" y="1169194"/>
                  <a:pt x="1678781" y="1171575"/>
                </a:cubicBezTo>
                <a:cubicBezTo>
                  <a:pt x="1643062" y="1176338"/>
                  <a:pt x="1607600" y="1183795"/>
                  <a:pt x="1571625" y="1185863"/>
                </a:cubicBezTo>
                <a:cubicBezTo>
                  <a:pt x="1400309" y="1195709"/>
                  <a:pt x="1057275" y="1207294"/>
                  <a:pt x="1057275" y="1207294"/>
                </a:cubicBezTo>
                <a:cubicBezTo>
                  <a:pt x="874687" y="1237724"/>
                  <a:pt x="1071638" y="1203090"/>
                  <a:pt x="878681" y="1243013"/>
                </a:cubicBezTo>
                <a:cubicBezTo>
                  <a:pt x="840721" y="1250867"/>
                  <a:pt x="801653" y="1253795"/>
                  <a:pt x="764381" y="1264444"/>
                </a:cubicBezTo>
                <a:cubicBezTo>
                  <a:pt x="701385" y="1282443"/>
                  <a:pt x="640456" y="1307020"/>
                  <a:pt x="578644" y="1328738"/>
                </a:cubicBezTo>
                <a:cubicBezTo>
                  <a:pt x="552348" y="1337977"/>
                  <a:pt x="526862" y="1349656"/>
                  <a:pt x="500063" y="1357313"/>
                </a:cubicBezTo>
                <a:lnTo>
                  <a:pt x="450056" y="1371600"/>
                </a:lnTo>
                <a:cubicBezTo>
                  <a:pt x="433387" y="1385888"/>
                  <a:pt x="418937" y="1403271"/>
                  <a:pt x="400050" y="1414463"/>
                </a:cubicBezTo>
                <a:cubicBezTo>
                  <a:pt x="354243" y="1441608"/>
                  <a:pt x="257175" y="1485900"/>
                  <a:pt x="257175" y="1485900"/>
                </a:cubicBezTo>
                <a:cubicBezTo>
                  <a:pt x="137945" y="1625003"/>
                  <a:pt x="295366" y="1443931"/>
                  <a:pt x="164306" y="1585913"/>
                </a:cubicBezTo>
                <a:cubicBezTo>
                  <a:pt x="42378" y="1718001"/>
                  <a:pt x="231883" y="1525482"/>
                  <a:pt x="78581" y="1678781"/>
                </a:cubicBezTo>
                <a:cubicBezTo>
                  <a:pt x="64294" y="1707356"/>
                  <a:pt x="46936" y="1734592"/>
                  <a:pt x="35719" y="1764506"/>
                </a:cubicBezTo>
                <a:cubicBezTo>
                  <a:pt x="8201" y="1837888"/>
                  <a:pt x="19877" y="1802093"/>
                  <a:pt x="0" y="1871663"/>
                </a:cubicBezTo>
                <a:cubicBezTo>
                  <a:pt x="2381" y="1931194"/>
                  <a:pt x="1583" y="1990937"/>
                  <a:pt x="7144" y="2050256"/>
                </a:cubicBezTo>
                <a:cubicBezTo>
                  <a:pt x="11205" y="2093572"/>
                  <a:pt x="57678" y="2176196"/>
                  <a:pt x="71438" y="2200275"/>
                </a:cubicBezTo>
                <a:cubicBezTo>
                  <a:pt x="102686" y="2254958"/>
                  <a:pt x="103497" y="2261849"/>
                  <a:pt x="150019" y="2314575"/>
                </a:cubicBezTo>
                <a:cubicBezTo>
                  <a:pt x="167844" y="2334776"/>
                  <a:pt x="188119" y="2352675"/>
                  <a:pt x="207169" y="2371725"/>
                </a:cubicBezTo>
                <a:cubicBezTo>
                  <a:pt x="216694" y="2381250"/>
                  <a:pt x="223696" y="2394276"/>
                  <a:pt x="235744" y="2400300"/>
                </a:cubicBezTo>
                <a:cubicBezTo>
                  <a:pt x="245269" y="2405063"/>
                  <a:pt x="255120" y="2409222"/>
                  <a:pt x="264319" y="2414588"/>
                </a:cubicBezTo>
                <a:cubicBezTo>
                  <a:pt x="283723" y="2425907"/>
                  <a:pt x="299230" y="2447129"/>
                  <a:pt x="321469" y="2450306"/>
                </a:cubicBezTo>
                <a:cubicBezTo>
                  <a:pt x="385814" y="2459499"/>
                  <a:pt x="354866" y="2454682"/>
                  <a:pt x="414338" y="2464594"/>
                </a:cubicBezTo>
                <a:cubicBezTo>
                  <a:pt x="690548" y="2456470"/>
                  <a:pt x="576228" y="2457450"/>
                  <a:pt x="757238" y="245745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3E51F27E-CD5F-3812-71E0-5DC4B69DE31F}"/>
              </a:ext>
            </a:extLst>
          </p:cNvPr>
          <p:cNvSpPr txBox="1"/>
          <p:nvPr/>
        </p:nvSpPr>
        <p:spPr>
          <a:xfrm>
            <a:off x="5639564" y="551765"/>
            <a:ext cx="5845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As soon as the cronjob is notifying that the DPMDP ES has been updated,</a:t>
            </a:r>
          </a:p>
          <a:p>
            <a:r>
              <a:rPr lang="en-US" sz="800" dirty="0" err="1"/>
              <a:t>regardAttributeValueChange</a:t>
            </a:r>
            <a:r>
              <a:rPr lang="en-US" sz="800" dirty="0"/>
              <a:t> is initiating p1ProcessingOrchestratorFor15MinHistoricalPmData for every </a:t>
            </a:r>
            <a:r>
              <a:rPr lang="en-US" sz="800" dirty="0" err="1"/>
              <a:t>MountName</a:t>
            </a:r>
            <a:r>
              <a:rPr lang="en-US" sz="800" dirty="0"/>
              <a:t> received</a:t>
            </a:r>
            <a:endParaRPr lang="en-US" sz="800" noProof="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3CD79B4-6A0A-33E8-9D50-6EA9E70C11DD}"/>
              </a:ext>
            </a:extLst>
          </p:cNvPr>
          <p:cNvCxnSpPr>
            <a:cxnSpLocks/>
          </p:cNvCxnSpPr>
          <p:nvPr/>
        </p:nvCxnSpPr>
        <p:spPr>
          <a:xfrm rot="19057354">
            <a:off x="1778420" y="2444204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D4355ACC-1A83-9F78-3AB2-52BD15E7EC8F}"/>
              </a:ext>
            </a:extLst>
          </p:cNvPr>
          <p:cNvSpPr txBox="1"/>
          <p:nvPr/>
        </p:nvSpPr>
        <p:spPr>
          <a:xfrm rot="19057354">
            <a:off x="2000578" y="2267451"/>
            <a:ext cx="9492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AVC notifications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C0EFDD8-452B-C734-A115-B02F72C9697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68411" y="4193356"/>
            <a:ext cx="2177884" cy="1101507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0E08141E-D93D-CCFC-9795-C011CD6D18AC}"/>
              </a:ext>
            </a:extLst>
          </p:cNvPr>
          <p:cNvSpPr txBox="1"/>
          <p:nvPr/>
        </p:nvSpPr>
        <p:spPr>
          <a:xfrm>
            <a:off x="9070670" y="5516341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Storing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612EC0BE-79DC-0DB7-BA37-B70D4D9B2C9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24658" y="4914895"/>
            <a:ext cx="1128101" cy="1057595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3A3828D-EEB9-6E56-BE92-8BDE01FA864D}"/>
              </a:ext>
            </a:extLst>
          </p:cNvPr>
          <p:cNvSpPr txBox="1"/>
          <p:nvPr/>
        </p:nvSpPr>
        <p:spPr>
          <a:xfrm>
            <a:off x="10824658" y="6016402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Serving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81033C4-AB7E-F9D7-752D-AE2210BD8E70}"/>
              </a:ext>
            </a:extLst>
          </p:cNvPr>
          <p:cNvGrpSpPr/>
          <p:nvPr/>
        </p:nvGrpSpPr>
        <p:grpSpPr>
          <a:xfrm>
            <a:off x="9588717" y="4864481"/>
            <a:ext cx="668381" cy="349898"/>
            <a:chOff x="8062071" y="3642118"/>
            <a:chExt cx="686327" cy="701282"/>
          </a:xfrm>
        </p:grpSpPr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6DACA5DD-3E47-8B64-6D14-94DED981A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41AC3DAF-99E1-9F74-664F-ACABE242E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B936E97B-5178-C5DD-0E0D-604E4BB28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CEEF5A9F-7A1C-A323-3201-D8C137E12CF5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3434A5FF-7957-128F-2E8F-D3F7B005E65F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01" name="Gruppieren 100">
                <a:extLst>
                  <a:ext uri="{FF2B5EF4-FFF2-40B4-BE49-F238E27FC236}">
                    <a16:creationId xmlns:a16="http://schemas.microsoft.com/office/drawing/2014/main" id="{A0D813AA-0603-BC3B-0E65-E74D18ECEEB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02" name="Grafik 101">
                  <a:extLst>
                    <a:ext uri="{FF2B5EF4-FFF2-40B4-BE49-F238E27FC236}">
                      <a16:creationId xmlns:a16="http://schemas.microsoft.com/office/drawing/2014/main" id="{4284DF0A-E1C9-F74E-C466-CD8ECD2638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04" name="Grafik 103">
                  <a:extLst>
                    <a:ext uri="{FF2B5EF4-FFF2-40B4-BE49-F238E27FC236}">
                      <a16:creationId xmlns:a16="http://schemas.microsoft.com/office/drawing/2014/main" id="{F740A43F-2701-A3BB-FB7A-4AA5B1587D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06" name="Grafik 105">
                  <a:extLst>
                    <a:ext uri="{FF2B5EF4-FFF2-40B4-BE49-F238E27FC236}">
                      <a16:creationId xmlns:a16="http://schemas.microsoft.com/office/drawing/2014/main" id="{7032DFE8-80E0-8246-5C65-3FDB9C1059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FA6ED225-9FF7-4418-D914-12BC73F5E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36F682AE-C8A7-5B6B-530B-73D0DFA86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68" name="Grafik 67">
              <a:extLst>
                <a:ext uri="{FF2B5EF4-FFF2-40B4-BE49-F238E27FC236}">
                  <a16:creationId xmlns:a16="http://schemas.microsoft.com/office/drawing/2014/main" id="{A0E7F57F-A6D4-A1FA-D092-0DE12FD8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98" name="Grafik 97">
              <a:extLst>
                <a:ext uri="{FF2B5EF4-FFF2-40B4-BE49-F238E27FC236}">
                  <a16:creationId xmlns:a16="http://schemas.microsoft.com/office/drawing/2014/main" id="{929D813A-E624-B73A-C510-FCB8C1403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4E91A404-A5B1-B717-4EA5-FBD1B90571AC}"/>
              </a:ext>
            </a:extLst>
          </p:cNvPr>
          <p:cNvGrpSpPr/>
          <p:nvPr/>
        </p:nvGrpSpPr>
        <p:grpSpPr>
          <a:xfrm>
            <a:off x="9679474" y="4839599"/>
            <a:ext cx="668381" cy="349898"/>
            <a:chOff x="8062071" y="3642118"/>
            <a:chExt cx="686327" cy="701282"/>
          </a:xfrm>
        </p:grpSpPr>
        <p:pic>
          <p:nvPicPr>
            <p:cNvPr id="108" name="Grafik 107">
              <a:extLst>
                <a:ext uri="{FF2B5EF4-FFF2-40B4-BE49-F238E27FC236}">
                  <a16:creationId xmlns:a16="http://schemas.microsoft.com/office/drawing/2014/main" id="{D33E47C3-23A3-0FA5-4879-8E82C9E8B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09" name="Grafik 108">
              <a:extLst>
                <a:ext uri="{FF2B5EF4-FFF2-40B4-BE49-F238E27FC236}">
                  <a16:creationId xmlns:a16="http://schemas.microsoft.com/office/drawing/2014/main" id="{6A7B7AD4-668E-083B-4160-3D0AC2EB4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10" name="Grafik 109">
              <a:extLst>
                <a:ext uri="{FF2B5EF4-FFF2-40B4-BE49-F238E27FC236}">
                  <a16:creationId xmlns:a16="http://schemas.microsoft.com/office/drawing/2014/main" id="{376B7462-1E31-2C31-839E-7481BD6B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8018BFD3-97BB-BF30-C498-035DCC1D23FF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030E5D96-8B16-A8FC-4D3C-FFDFA0D3E381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17" name="Gruppieren 116">
                <a:extLst>
                  <a:ext uri="{FF2B5EF4-FFF2-40B4-BE49-F238E27FC236}">
                    <a16:creationId xmlns:a16="http://schemas.microsoft.com/office/drawing/2014/main" id="{1C49DC6A-2BA8-76A3-FA68-116C6807A5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18" name="Grafik 117">
                  <a:extLst>
                    <a:ext uri="{FF2B5EF4-FFF2-40B4-BE49-F238E27FC236}">
                      <a16:creationId xmlns:a16="http://schemas.microsoft.com/office/drawing/2014/main" id="{B5391715-A103-A441-3829-EFE11C3C7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19" name="Grafik 118">
                  <a:extLst>
                    <a:ext uri="{FF2B5EF4-FFF2-40B4-BE49-F238E27FC236}">
                      <a16:creationId xmlns:a16="http://schemas.microsoft.com/office/drawing/2014/main" id="{0D5BB3E5-8552-A82A-6256-6BE52ED792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20" name="Grafik 119">
                  <a:extLst>
                    <a:ext uri="{FF2B5EF4-FFF2-40B4-BE49-F238E27FC236}">
                      <a16:creationId xmlns:a16="http://schemas.microsoft.com/office/drawing/2014/main" id="{52514721-8A8B-72A5-DA6A-A84AD3869E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3B724E0F-424B-9BF6-DAFF-C94E16405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13" name="Grafik 112">
              <a:extLst>
                <a:ext uri="{FF2B5EF4-FFF2-40B4-BE49-F238E27FC236}">
                  <a16:creationId xmlns:a16="http://schemas.microsoft.com/office/drawing/2014/main" id="{866BDB76-0554-7B62-41E8-7D500BE6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14" name="Grafik 113">
              <a:extLst>
                <a:ext uri="{FF2B5EF4-FFF2-40B4-BE49-F238E27FC236}">
                  <a16:creationId xmlns:a16="http://schemas.microsoft.com/office/drawing/2014/main" id="{B0C61A8B-718B-134F-C87B-2BDD17F11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15" name="Grafik 114">
              <a:extLst>
                <a:ext uri="{FF2B5EF4-FFF2-40B4-BE49-F238E27FC236}">
                  <a16:creationId xmlns:a16="http://schemas.microsoft.com/office/drawing/2014/main" id="{E175EF63-A131-FB5F-1EC5-1C8AD4AE5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EA48D481-94C0-5AC5-10AF-00BCC53FED16}"/>
              </a:ext>
            </a:extLst>
          </p:cNvPr>
          <p:cNvGrpSpPr/>
          <p:nvPr/>
        </p:nvGrpSpPr>
        <p:grpSpPr>
          <a:xfrm>
            <a:off x="9622528" y="4777850"/>
            <a:ext cx="668381" cy="349898"/>
            <a:chOff x="8062071" y="3642118"/>
            <a:chExt cx="686327" cy="701282"/>
          </a:xfrm>
        </p:grpSpPr>
        <p:pic>
          <p:nvPicPr>
            <p:cNvPr id="124" name="Grafik 123">
              <a:extLst>
                <a:ext uri="{FF2B5EF4-FFF2-40B4-BE49-F238E27FC236}">
                  <a16:creationId xmlns:a16="http://schemas.microsoft.com/office/drawing/2014/main" id="{85B68433-847A-B4F3-62FA-9B519B664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22B53B54-3A8D-2A7D-7BCE-1B020042E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0F57E4B2-42E3-D683-6B83-52AF17202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40" name="Gruppieren 139">
              <a:extLst>
                <a:ext uri="{FF2B5EF4-FFF2-40B4-BE49-F238E27FC236}">
                  <a16:creationId xmlns:a16="http://schemas.microsoft.com/office/drawing/2014/main" id="{957BF1F6-01CB-429C-0D4B-C6FC5DDE6710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E185FB5B-1DF6-44C2-4B89-68E0D1160A3B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46" name="Gruppieren 145">
                <a:extLst>
                  <a:ext uri="{FF2B5EF4-FFF2-40B4-BE49-F238E27FC236}">
                    <a16:creationId xmlns:a16="http://schemas.microsoft.com/office/drawing/2014/main" id="{5836215F-89F5-CC1D-AB75-98895C69FFE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47" name="Grafik 146">
                  <a:extLst>
                    <a:ext uri="{FF2B5EF4-FFF2-40B4-BE49-F238E27FC236}">
                      <a16:creationId xmlns:a16="http://schemas.microsoft.com/office/drawing/2014/main" id="{D8E11990-CA32-DDB8-0ECE-8027CC7942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48" name="Grafik 147">
                  <a:extLst>
                    <a:ext uri="{FF2B5EF4-FFF2-40B4-BE49-F238E27FC236}">
                      <a16:creationId xmlns:a16="http://schemas.microsoft.com/office/drawing/2014/main" id="{7A3A0FBC-EC78-0DD5-82D7-36EC5335DB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49" name="Grafik 148">
                  <a:extLst>
                    <a:ext uri="{FF2B5EF4-FFF2-40B4-BE49-F238E27FC236}">
                      <a16:creationId xmlns:a16="http://schemas.microsoft.com/office/drawing/2014/main" id="{7A403244-FBBE-492A-55D6-5E16F2056F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20B7FC96-2628-9E70-41B3-7529C17663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42" name="Grafik 141">
              <a:extLst>
                <a:ext uri="{FF2B5EF4-FFF2-40B4-BE49-F238E27FC236}">
                  <a16:creationId xmlns:a16="http://schemas.microsoft.com/office/drawing/2014/main" id="{CF83CC56-4D0F-62A5-5084-E3D794849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43" name="Grafik 142">
              <a:extLst>
                <a:ext uri="{FF2B5EF4-FFF2-40B4-BE49-F238E27FC236}">
                  <a16:creationId xmlns:a16="http://schemas.microsoft.com/office/drawing/2014/main" id="{33B51CB9-B9BF-8701-6AA2-3A42FB073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44" name="Grafik 143">
              <a:extLst>
                <a:ext uri="{FF2B5EF4-FFF2-40B4-BE49-F238E27FC236}">
                  <a16:creationId xmlns:a16="http://schemas.microsoft.com/office/drawing/2014/main" id="{C35C9384-9219-BC7B-72AD-2E6C12065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50" name="Gruppieren 149">
            <a:extLst>
              <a:ext uri="{FF2B5EF4-FFF2-40B4-BE49-F238E27FC236}">
                <a16:creationId xmlns:a16="http://schemas.microsoft.com/office/drawing/2014/main" id="{7C586DA9-2A8F-118A-D0EC-C6739FD13077}"/>
              </a:ext>
            </a:extLst>
          </p:cNvPr>
          <p:cNvGrpSpPr/>
          <p:nvPr/>
        </p:nvGrpSpPr>
        <p:grpSpPr>
          <a:xfrm>
            <a:off x="9530575" y="4901423"/>
            <a:ext cx="668381" cy="349898"/>
            <a:chOff x="8062071" y="3642118"/>
            <a:chExt cx="686327" cy="701282"/>
          </a:xfrm>
        </p:grpSpPr>
        <p:pic>
          <p:nvPicPr>
            <p:cNvPr id="151" name="Grafik 150">
              <a:extLst>
                <a:ext uri="{FF2B5EF4-FFF2-40B4-BE49-F238E27FC236}">
                  <a16:creationId xmlns:a16="http://schemas.microsoft.com/office/drawing/2014/main" id="{5E0E661D-C06C-CA33-5891-4C6F7AB7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52" name="Grafik 151">
              <a:extLst>
                <a:ext uri="{FF2B5EF4-FFF2-40B4-BE49-F238E27FC236}">
                  <a16:creationId xmlns:a16="http://schemas.microsoft.com/office/drawing/2014/main" id="{1F9B68CB-DA84-EE27-F821-BD61265D3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53" name="Grafik 152">
              <a:extLst>
                <a:ext uri="{FF2B5EF4-FFF2-40B4-BE49-F238E27FC236}">
                  <a16:creationId xmlns:a16="http://schemas.microsoft.com/office/drawing/2014/main" id="{9DF3B05E-A429-938A-5893-18FEF4902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54" name="Gruppieren 153">
              <a:extLst>
                <a:ext uri="{FF2B5EF4-FFF2-40B4-BE49-F238E27FC236}">
                  <a16:creationId xmlns:a16="http://schemas.microsoft.com/office/drawing/2014/main" id="{279184C9-B507-C5A5-F8B8-4CAB1151E96B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E7BBF8C4-1EE6-B33D-61BA-E3B42BD9D710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60" name="Gruppieren 159">
                <a:extLst>
                  <a:ext uri="{FF2B5EF4-FFF2-40B4-BE49-F238E27FC236}">
                    <a16:creationId xmlns:a16="http://schemas.microsoft.com/office/drawing/2014/main" id="{4B86D1D0-A781-6AB8-8EB5-F5047038C1B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61" name="Grafik 160">
                  <a:extLst>
                    <a:ext uri="{FF2B5EF4-FFF2-40B4-BE49-F238E27FC236}">
                      <a16:creationId xmlns:a16="http://schemas.microsoft.com/office/drawing/2014/main" id="{18F9097A-E8D8-93F1-174B-F917A4BBD0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62" name="Grafik 161">
                  <a:extLst>
                    <a:ext uri="{FF2B5EF4-FFF2-40B4-BE49-F238E27FC236}">
                      <a16:creationId xmlns:a16="http://schemas.microsoft.com/office/drawing/2014/main" id="{26D6526B-1F0A-9D4D-A683-87F2DA990E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63" name="Grafik 162">
                  <a:extLst>
                    <a:ext uri="{FF2B5EF4-FFF2-40B4-BE49-F238E27FC236}">
                      <a16:creationId xmlns:a16="http://schemas.microsoft.com/office/drawing/2014/main" id="{B3B75BBB-F7E5-C5C6-4E71-CD21B75A98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E24B07D6-2DA1-0568-51A7-675CF6659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56" name="Grafik 155">
              <a:extLst>
                <a:ext uri="{FF2B5EF4-FFF2-40B4-BE49-F238E27FC236}">
                  <a16:creationId xmlns:a16="http://schemas.microsoft.com/office/drawing/2014/main" id="{07A36702-89DA-DE19-FA54-8DE60962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57" name="Grafik 156">
              <a:extLst>
                <a:ext uri="{FF2B5EF4-FFF2-40B4-BE49-F238E27FC236}">
                  <a16:creationId xmlns:a16="http://schemas.microsoft.com/office/drawing/2014/main" id="{33D54FB8-7C69-8976-66A0-22DBDCF40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58" name="Grafik 157">
              <a:extLst>
                <a:ext uri="{FF2B5EF4-FFF2-40B4-BE49-F238E27FC236}">
                  <a16:creationId xmlns:a16="http://schemas.microsoft.com/office/drawing/2014/main" id="{CB9B088E-E134-1FAA-D16F-36B033A7E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691E81F5-01B3-AB06-3FF2-16A778915BE2}"/>
              </a:ext>
            </a:extLst>
          </p:cNvPr>
          <p:cNvGrpSpPr/>
          <p:nvPr/>
        </p:nvGrpSpPr>
        <p:grpSpPr>
          <a:xfrm>
            <a:off x="9530575" y="4876541"/>
            <a:ext cx="668381" cy="349898"/>
            <a:chOff x="8062071" y="3642118"/>
            <a:chExt cx="686327" cy="701282"/>
          </a:xfrm>
        </p:grpSpPr>
        <p:pic>
          <p:nvPicPr>
            <p:cNvPr id="165" name="Grafik 164">
              <a:extLst>
                <a:ext uri="{FF2B5EF4-FFF2-40B4-BE49-F238E27FC236}">
                  <a16:creationId xmlns:a16="http://schemas.microsoft.com/office/drawing/2014/main" id="{6A4DB11E-C291-F468-DEB0-483B4125D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314B31C1-35E4-1B1E-F2A1-7871E939D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67" name="Grafik 166">
              <a:extLst>
                <a:ext uri="{FF2B5EF4-FFF2-40B4-BE49-F238E27FC236}">
                  <a16:creationId xmlns:a16="http://schemas.microsoft.com/office/drawing/2014/main" id="{9E68FED3-D387-4C71-1507-98885EEDA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68" name="Gruppieren 167">
              <a:extLst>
                <a:ext uri="{FF2B5EF4-FFF2-40B4-BE49-F238E27FC236}">
                  <a16:creationId xmlns:a16="http://schemas.microsoft.com/office/drawing/2014/main" id="{C2DA480E-B0B5-6061-D07F-E639D5A63848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1EDFCD5A-5CB2-6F51-F750-4DD6D6570799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74" name="Gruppieren 173">
                <a:extLst>
                  <a:ext uri="{FF2B5EF4-FFF2-40B4-BE49-F238E27FC236}">
                    <a16:creationId xmlns:a16="http://schemas.microsoft.com/office/drawing/2014/main" id="{A16B2EED-E6FF-EDFD-D3F4-F9385C6177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75" name="Grafik 174">
                  <a:extLst>
                    <a:ext uri="{FF2B5EF4-FFF2-40B4-BE49-F238E27FC236}">
                      <a16:creationId xmlns:a16="http://schemas.microsoft.com/office/drawing/2014/main" id="{638C83D4-E4E6-5656-5575-505161FC13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76" name="Grafik 175">
                  <a:extLst>
                    <a:ext uri="{FF2B5EF4-FFF2-40B4-BE49-F238E27FC236}">
                      <a16:creationId xmlns:a16="http://schemas.microsoft.com/office/drawing/2014/main" id="{FE11D574-4865-1CD7-13B6-D335EAEED9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77" name="Grafik 176">
                  <a:extLst>
                    <a:ext uri="{FF2B5EF4-FFF2-40B4-BE49-F238E27FC236}">
                      <a16:creationId xmlns:a16="http://schemas.microsoft.com/office/drawing/2014/main" id="{65B81943-0E59-7C31-B329-6E1C6411AD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69" name="Gerader Verbinder 168">
              <a:extLst>
                <a:ext uri="{FF2B5EF4-FFF2-40B4-BE49-F238E27FC236}">
                  <a16:creationId xmlns:a16="http://schemas.microsoft.com/office/drawing/2014/main" id="{D31BFFF0-2D9A-E54C-776B-8F92ADA67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70" name="Grafik 169">
              <a:extLst>
                <a:ext uri="{FF2B5EF4-FFF2-40B4-BE49-F238E27FC236}">
                  <a16:creationId xmlns:a16="http://schemas.microsoft.com/office/drawing/2014/main" id="{4F86B770-C5CA-5A77-D6B0-24997C66D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71" name="Grafik 170">
              <a:extLst>
                <a:ext uri="{FF2B5EF4-FFF2-40B4-BE49-F238E27FC236}">
                  <a16:creationId xmlns:a16="http://schemas.microsoft.com/office/drawing/2014/main" id="{7A385037-E90B-5C2E-6C58-EEA23BA4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72" name="Grafik 171">
              <a:extLst>
                <a:ext uri="{FF2B5EF4-FFF2-40B4-BE49-F238E27FC236}">
                  <a16:creationId xmlns:a16="http://schemas.microsoft.com/office/drawing/2014/main" id="{58423C0D-8A23-B89F-8FD1-E23E48858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78" name="Gruppieren 177">
            <a:extLst>
              <a:ext uri="{FF2B5EF4-FFF2-40B4-BE49-F238E27FC236}">
                <a16:creationId xmlns:a16="http://schemas.microsoft.com/office/drawing/2014/main" id="{BB0AABAF-A625-C1B5-CFF5-5C1F4379383E}"/>
              </a:ext>
            </a:extLst>
          </p:cNvPr>
          <p:cNvGrpSpPr/>
          <p:nvPr/>
        </p:nvGrpSpPr>
        <p:grpSpPr>
          <a:xfrm>
            <a:off x="9822867" y="4951186"/>
            <a:ext cx="668381" cy="349898"/>
            <a:chOff x="8062071" y="3642118"/>
            <a:chExt cx="686327" cy="701282"/>
          </a:xfrm>
        </p:grpSpPr>
        <p:pic>
          <p:nvPicPr>
            <p:cNvPr id="179" name="Grafik 178">
              <a:extLst>
                <a:ext uri="{FF2B5EF4-FFF2-40B4-BE49-F238E27FC236}">
                  <a16:creationId xmlns:a16="http://schemas.microsoft.com/office/drawing/2014/main" id="{0E1383C1-3B60-E05A-EFF4-8BAE267FC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80" name="Grafik 179">
              <a:extLst>
                <a:ext uri="{FF2B5EF4-FFF2-40B4-BE49-F238E27FC236}">
                  <a16:creationId xmlns:a16="http://schemas.microsoft.com/office/drawing/2014/main" id="{6D13AE9F-1482-D0B7-2B6C-57546639C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81" name="Grafik 180">
              <a:extLst>
                <a:ext uri="{FF2B5EF4-FFF2-40B4-BE49-F238E27FC236}">
                  <a16:creationId xmlns:a16="http://schemas.microsoft.com/office/drawing/2014/main" id="{3C38E592-FF1D-FBDC-5916-AFB497D2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82" name="Gruppieren 181">
              <a:extLst>
                <a:ext uri="{FF2B5EF4-FFF2-40B4-BE49-F238E27FC236}">
                  <a16:creationId xmlns:a16="http://schemas.microsoft.com/office/drawing/2014/main" id="{B421914F-7FB7-CE09-0DB4-D734249150C5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87" name="Rechteck 186">
                <a:extLst>
                  <a:ext uri="{FF2B5EF4-FFF2-40B4-BE49-F238E27FC236}">
                    <a16:creationId xmlns:a16="http://schemas.microsoft.com/office/drawing/2014/main" id="{F5BC0A5E-76D9-F744-9963-C7FB0CC39B4F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88" name="Gruppieren 187">
                <a:extLst>
                  <a:ext uri="{FF2B5EF4-FFF2-40B4-BE49-F238E27FC236}">
                    <a16:creationId xmlns:a16="http://schemas.microsoft.com/office/drawing/2014/main" id="{02924068-5C81-8ECB-C573-974CDA9ABA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89" name="Grafik 188">
                  <a:extLst>
                    <a:ext uri="{FF2B5EF4-FFF2-40B4-BE49-F238E27FC236}">
                      <a16:creationId xmlns:a16="http://schemas.microsoft.com/office/drawing/2014/main" id="{CA08BB72-2E78-459D-2A51-8AE4E72578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90" name="Grafik 189">
                  <a:extLst>
                    <a:ext uri="{FF2B5EF4-FFF2-40B4-BE49-F238E27FC236}">
                      <a16:creationId xmlns:a16="http://schemas.microsoft.com/office/drawing/2014/main" id="{BBA5E5C2-7557-1538-7F1D-194EB316B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91" name="Grafik 190">
                  <a:extLst>
                    <a:ext uri="{FF2B5EF4-FFF2-40B4-BE49-F238E27FC236}">
                      <a16:creationId xmlns:a16="http://schemas.microsoft.com/office/drawing/2014/main" id="{E2DAD4CD-3A1C-197A-1A51-71DB0D600B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83" name="Gerader Verbinder 182">
              <a:extLst>
                <a:ext uri="{FF2B5EF4-FFF2-40B4-BE49-F238E27FC236}">
                  <a16:creationId xmlns:a16="http://schemas.microsoft.com/office/drawing/2014/main" id="{E6447E12-422D-2576-E007-17045AD00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84" name="Grafik 183">
              <a:extLst>
                <a:ext uri="{FF2B5EF4-FFF2-40B4-BE49-F238E27FC236}">
                  <a16:creationId xmlns:a16="http://schemas.microsoft.com/office/drawing/2014/main" id="{8554AE2A-0A05-6B4D-4547-D21F46379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85" name="Grafik 184">
              <a:extLst>
                <a:ext uri="{FF2B5EF4-FFF2-40B4-BE49-F238E27FC236}">
                  <a16:creationId xmlns:a16="http://schemas.microsoft.com/office/drawing/2014/main" id="{18C3D5D4-0346-A11A-B6D1-6E0F1075E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86" name="Grafik 185">
              <a:extLst>
                <a:ext uri="{FF2B5EF4-FFF2-40B4-BE49-F238E27FC236}">
                  <a16:creationId xmlns:a16="http://schemas.microsoft.com/office/drawing/2014/main" id="{4157268D-5252-B76A-8573-24B2A2CF0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192" name="Gruppieren 191">
            <a:extLst>
              <a:ext uri="{FF2B5EF4-FFF2-40B4-BE49-F238E27FC236}">
                <a16:creationId xmlns:a16="http://schemas.microsoft.com/office/drawing/2014/main" id="{108B4162-E56C-4018-42C7-12A382BAD36F}"/>
              </a:ext>
            </a:extLst>
          </p:cNvPr>
          <p:cNvGrpSpPr/>
          <p:nvPr/>
        </p:nvGrpSpPr>
        <p:grpSpPr>
          <a:xfrm>
            <a:off x="9822867" y="4777015"/>
            <a:ext cx="668381" cy="349898"/>
            <a:chOff x="8062071" y="3642118"/>
            <a:chExt cx="686327" cy="701282"/>
          </a:xfrm>
        </p:grpSpPr>
        <p:pic>
          <p:nvPicPr>
            <p:cNvPr id="193" name="Grafik 192">
              <a:extLst>
                <a:ext uri="{FF2B5EF4-FFF2-40B4-BE49-F238E27FC236}">
                  <a16:creationId xmlns:a16="http://schemas.microsoft.com/office/drawing/2014/main" id="{648976CA-9FE9-48FB-6E06-836058007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94" name="Grafik 193">
              <a:extLst>
                <a:ext uri="{FF2B5EF4-FFF2-40B4-BE49-F238E27FC236}">
                  <a16:creationId xmlns:a16="http://schemas.microsoft.com/office/drawing/2014/main" id="{EA13AFC3-1BFF-7E5D-F177-A51011BE6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95" name="Grafik 194">
              <a:extLst>
                <a:ext uri="{FF2B5EF4-FFF2-40B4-BE49-F238E27FC236}">
                  <a16:creationId xmlns:a16="http://schemas.microsoft.com/office/drawing/2014/main" id="{04E2FBD7-EF62-7EC8-556F-787B1D20A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96" name="Gruppieren 195">
              <a:extLst>
                <a:ext uri="{FF2B5EF4-FFF2-40B4-BE49-F238E27FC236}">
                  <a16:creationId xmlns:a16="http://schemas.microsoft.com/office/drawing/2014/main" id="{0F1EB382-312B-79C0-A6A5-7169540137B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01" name="Rechteck 200">
                <a:extLst>
                  <a:ext uri="{FF2B5EF4-FFF2-40B4-BE49-F238E27FC236}">
                    <a16:creationId xmlns:a16="http://schemas.microsoft.com/office/drawing/2014/main" id="{8FABBA55-0E67-32BA-6AB7-DDD2FCCB65C6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02" name="Gruppieren 201">
                <a:extLst>
                  <a:ext uri="{FF2B5EF4-FFF2-40B4-BE49-F238E27FC236}">
                    <a16:creationId xmlns:a16="http://schemas.microsoft.com/office/drawing/2014/main" id="{05C1AAD2-9E46-67B5-A852-7C1200DF70C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03" name="Grafik 202">
                  <a:extLst>
                    <a:ext uri="{FF2B5EF4-FFF2-40B4-BE49-F238E27FC236}">
                      <a16:creationId xmlns:a16="http://schemas.microsoft.com/office/drawing/2014/main" id="{DB99C55F-25AE-EDDA-222E-C29FD7A492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04" name="Grafik 203">
                  <a:extLst>
                    <a:ext uri="{FF2B5EF4-FFF2-40B4-BE49-F238E27FC236}">
                      <a16:creationId xmlns:a16="http://schemas.microsoft.com/office/drawing/2014/main" id="{B2CADBC0-7C56-5670-5CED-BE4DCD55D4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05" name="Grafik 204">
                  <a:extLst>
                    <a:ext uri="{FF2B5EF4-FFF2-40B4-BE49-F238E27FC236}">
                      <a16:creationId xmlns:a16="http://schemas.microsoft.com/office/drawing/2014/main" id="{52F9EBA4-5987-4028-D83E-9EC2587EBB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97" name="Gerader Verbinder 196">
              <a:extLst>
                <a:ext uri="{FF2B5EF4-FFF2-40B4-BE49-F238E27FC236}">
                  <a16:creationId xmlns:a16="http://schemas.microsoft.com/office/drawing/2014/main" id="{ED5AB53E-A235-5380-0863-4C3768684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98" name="Grafik 197">
              <a:extLst>
                <a:ext uri="{FF2B5EF4-FFF2-40B4-BE49-F238E27FC236}">
                  <a16:creationId xmlns:a16="http://schemas.microsoft.com/office/drawing/2014/main" id="{E5185D51-6007-C0C1-FE0C-4FE250FE5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99" name="Grafik 198">
              <a:extLst>
                <a:ext uri="{FF2B5EF4-FFF2-40B4-BE49-F238E27FC236}">
                  <a16:creationId xmlns:a16="http://schemas.microsoft.com/office/drawing/2014/main" id="{F7837AFD-2993-B876-9D25-DD2B1DF93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00" name="Grafik 199">
              <a:extLst>
                <a:ext uri="{FF2B5EF4-FFF2-40B4-BE49-F238E27FC236}">
                  <a16:creationId xmlns:a16="http://schemas.microsoft.com/office/drawing/2014/main" id="{3951DEB1-3DBB-42AE-B339-E878909FD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206" name="Gruppieren 205">
            <a:extLst>
              <a:ext uri="{FF2B5EF4-FFF2-40B4-BE49-F238E27FC236}">
                <a16:creationId xmlns:a16="http://schemas.microsoft.com/office/drawing/2014/main" id="{F53A94B2-1CC7-05CA-5E30-9B63F824F553}"/>
              </a:ext>
            </a:extLst>
          </p:cNvPr>
          <p:cNvGrpSpPr/>
          <p:nvPr/>
        </p:nvGrpSpPr>
        <p:grpSpPr>
          <a:xfrm>
            <a:off x="9996799" y="4739693"/>
            <a:ext cx="668381" cy="349898"/>
            <a:chOff x="8062071" y="3642118"/>
            <a:chExt cx="686327" cy="701282"/>
          </a:xfrm>
        </p:grpSpPr>
        <p:pic>
          <p:nvPicPr>
            <p:cNvPr id="207" name="Grafik 206">
              <a:extLst>
                <a:ext uri="{FF2B5EF4-FFF2-40B4-BE49-F238E27FC236}">
                  <a16:creationId xmlns:a16="http://schemas.microsoft.com/office/drawing/2014/main" id="{44A882B0-89C8-7247-3574-A133041F1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08" name="Grafik 207">
              <a:extLst>
                <a:ext uri="{FF2B5EF4-FFF2-40B4-BE49-F238E27FC236}">
                  <a16:creationId xmlns:a16="http://schemas.microsoft.com/office/drawing/2014/main" id="{7919BE42-AF3B-D7EB-E70B-9C200765A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09" name="Grafik 208">
              <a:extLst>
                <a:ext uri="{FF2B5EF4-FFF2-40B4-BE49-F238E27FC236}">
                  <a16:creationId xmlns:a16="http://schemas.microsoft.com/office/drawing/2014/main" id="{EEC27134-8BA8-389D-745D-57D3029BF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10" name="Gruppieren 209">
              <a:extLst>
                <a:ext uri="{FF2B5EF4-FFF2-40B4-BE49-F238E27FC236}">
                  <a16:creationId xmlns:a16="http://schemas.microsoft.com/office/drawing/2014/main" id="{31A3B37B-AD14-85B2-D585-8BC007A7EABF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15" name="Rechteck 214">
                <a:extLst>
                  <a:ext uri="{FF2B5EF4-FFF2-40B4-BE49-F238E27FC236}">
                    <a16:creationId xmlns:a16="http://schemas.microsoft.com/office/drawing/2014/main" id="{D7C4E796-FDA1-5F63-04A2-2F6EC1242010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16" name="Gruppieren 215">
                <a:extLst>
                  <a:ext uri="{FF2B5EF4-FFF2-40B4-BE49-F238E27FC236}">
                    <a16:creationId xmlns:a16="http://schemas.microsoft.com/office/drawing/2014/main" id="{60A3EC84-356E-74D6-5B2D-3768934435B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17" name="Grafik 216">
                  <a:extLst>
                    <a:ext uri="{FF2B5EF4-FFF2-40B4-BE49-F238E27FC236}">
                      <a16:creationId xmlns:a16="http://schemas.microsoft.com/office/drawing/2014/main" id="{6A5266BD-B81C-E55C-BF36-0B3C9256DE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18" name="Grafik 217">
                  <a:extLst>
                    <a:ext uri="{FF2B5EF4-FFF2-40B4-BE49-F238E27FC236}">
                      <a16:creationId xmlns:a16="http://schemas.microsoft.com/office/drawing/2014/main" id="{22CDAC40-EC99-ED20-D79F-20698473A7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19" name="Grafik 218">
                  <a:extLst>
                    <a:ext uri="{FF2B5EF4-FFF2-40B4-BE49-F238E27FC236}">
                      <a16:creationId xmlns:a16="http://schemas.microsoft.com/office/drawing/2014/main" id="{65B05640-1D18-07A7-8A12-B31A914BCB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11" name="Gerader Verbinder 210">
              <a:extLst>
                <a:ext uri="{FF2B5EF4-FFF2-40B4-BE49-F238E27FC236}">
                  <a16:creationId xmlns:a16="http://schemas.microsoft.com/office/drawing/2014/main" id="{18514E08-AA10-4D96-EC24-51EF05AA9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12" name="Grafik 211">
              <a:extLst>
                <a:ext uri="{FF2B5EF4-FFF2-40B4-BE49-F238E27FC236}">
                  <a16:creationId xmlns:a16="http://schemas.microsoft.com/office/drawing/2014/main" id="{24B0F2AD-341D-494A-1253-6F0E91F59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13" name="Grafik 212">
              <a:extLst>
                <a:ext uri="{FF2B5EF4-FFF2-40B4-BE49-F238E27FC236}">
                  <a16:creationId xmlns:a16="http://schemas.microsoft.com/office/drawing/2014/main" id="{C9E62BA5-E2EF-C45A-C5DC-B78B78822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14" name="Grafik 213">
              <a:extLst>
                <a:ext uri="{FF2B5EF4-FFF2-40B4-BE49-F238E27FC236}">
                  <a16:creationId xmlns:a16="http://schemas.microsoft.com/office/drawing/2014/main" id="{AA9A65A0-FF9C-E9E5-2D4B-869F1C630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220" name="Gruppieren 219">
            <a:extLst>
              <a:ext uri="{FF2B5EF4-FFF2-40B4-BE49-F238E27FC236}">
                <a16:creationId xmlns:a16="http://schemas.microsoft.com/office/drawing/2014/main" id="{B2210BCA-7409-DB6F-9BA5-75E9CACD3A94}"/>
              </a:ext>
            </a:extLst>
          </p:cNvPr>
          <p:cNvGrpSpPr/>
          <p:nvPr/>
        </p:nvGrpSpPr>
        <p:grpSpPr>
          <a:xfrm>
            <a:off x="9822867" y="4864100"/>
            <a:ext cx="668381" cy="349898"/>
            <a:chOff x="8062071" y="3642118"/>
            <a:chExt cx="686327" cy="701282"/>
          </a:xfrm>
        </p:grpSpPr>
        <p:pic>
          <p:nvPicPr>
            <p:cNvPr id="221" name="Grafik 220">
              <a:extLst>
                <a:ext uri="{FF2B5EF4-FFF2-40B4-BE49-F238E27FC236}">
                  <a16:creationId xmlns:a16="http://schemas.microsoft.com/office/drawing/2014/main" id="{1AF7B392-7310-D958-ED6E-91720CC23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22" name="Grafik 221">
              <a:extLst>
                <a:ext uri="{FF2B5EF4-FFF2-40B4-BE49-F238E27FC236}">
                  <a16:creationId xmlns:a16="http://schemas.microsoft.com/office/drawing/2014/main" id="{C657E597-75C1-413A-AFEA-38A3358D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23" name="Grafik 222">
              <a:extLst>
                <a:ext uri="{FF2B5EF4-FFF2-40B4-BE49-F238E27FC236}">
                  <a16:creationId xmlns:a16="http://schemas.microsoft.com/office/drawing/2014/main" id="{B31A02D8-877C-10AC-1879-5CB6099F7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24" name="Gruppieren 223">
              <a:extLst>
                <a:ext uri="{FF2B5EF4-FFF2-40B4-BE49-F238E27FC236}">
                  <a16:creationId xmlns:a16="http://schemas.microsoft.com/office/drawing/2014/main" id="{F976CBAC-A4A3-BED3-1CE0-EA430186931E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29" name="Rechteck 228">
                <a:extLst>
                  <a:ext uri="{FF2B5EF4-FFF2-40B4-BE49-F238E27FC236}">
                    <a16:creationId xmlns:a16="http://schemas.microsoft.com/office/drawing/2014/main" id="{8C615C79-C16C-FBDA-E321-C992059FA98B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30" name="Gruppieren 229">
                <a:extLst>
                  <a:ext uri="{FF2B5EF4-FFF2-40B4-BE49-F238E27FC236}">
                    <a16:creationId xmlns:a16="http://schemas.microsoft.com/office/drawing/2014/main" id="{259B4731-B9F1-E8A0-B27F-01C16A44A8F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31" name="Grafik 230">
                  <a:extLst>
                    <a:ext uri="{FF2B5EF4-FFF2-40B4-BE49-F238E27FC236}">
                      <a16:creationId xmlns:a16="http://schemas.microsoft.com/office/drawing/2014/main" id="{E305A64E-DD57-D78B-8B18-ACDB2E104C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32" name="Grafik 231">
                  <a:extLst>
                    <a:ext uri="{FF2B5EF4-FFF2-40B4-BE49-F238E27FC236}">
                      <a16:creationId xmlns:a16="http://schemas.microsoft.com/office/drawing/2014/main" id="{B9518325-EDA9-045A-64CE-DBE271E90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33" name="Grafik 232">
                  <a:extLst>
                    <a:ext uri="{FF2B5EF4-FFF2-40B4-BE49-F238E27FC236}">
                      <a16:creationId xmlns:a16="http://schemas.microsoft.com/office/drawing/2014/main" id="{8D530FF4-522B-9FE7-4C28-82E7AFDF2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25" name="Gerader Verbinder 224">
              <a:extLst>
                <a:ext uri="{FF2B5EF4-FFF2-40B4-BE49-F238E27FC236}">
                  <a16:creationId xmlns:a16="http://schemas.microsoft.com/office/drawing/2014/main" id="{D26FE4CF-1C9F-A947-D72E-D6AF13C19B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26" name="Grafik 225">
              <a:extLst>
                <a:ext uri="{FF2B5EF4-FFF2-40B4-BE49-F238E27FC236}">
                  <a16:creationId xmlns:a16="http://schemas.microsoft.com/office/drawing/2014/main" id="{6FA8DBB7-D431-4186-A954-ECE316E17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27" name="Grafik 226">
              <a:extLst>
                <a:ext uri="{FF2B5EF4-FFF2-40B4-BE49-F238E27FC236}">
                  <a16:creationId xmlns:a16="http://schemas.microsoft.com/office/drawing/2014/main" id="{194A5247-7574-11D5-3852-E1DB24C7D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28" name="Grafik 227">
              <a:extLst>
                <a:ext uri="{FF2B5EF4-FFF2-40B4-BE49-F238E27FC236}">
                  <a16:creationId xmlns:a16="http://schemas.microsoft.com/office/drawing/2014/main" id="{FEACEC88-D226-2154-78A1-6A0DBBAA1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541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D65E3E1-D697-0049-E7BA-337E365019EC}"/>
              </a:ext>
            </a:extLst>
          </p:cNvPr>
          <p:cNvSpPr/>
          <p:nvPr/>
        </p:nvSpPr>
        <p:spPr>
          <a:xfrm rot="5400000">
            <a:off x="845977" y="-460310"/>
            <a:ext cx="335902" cy="15177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 err="1">
                <a:solidFill>
                  <a:schemeClr val="tx1"/>
                </a:solidFill>
              </a:rPr>
              <a:t>regardAttributeValueChange</a:t>
            </a:r>
            <a:endParaRPr lang="de-DE" sz="900" dirty="0">
              <a:solidFill>
                <a:schemeClr val="tx1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48F7B87-102B-43B4-B75A-A7074C196A38}"/>
              </a:ext>
            </a:extLst>
          </p:cNvPr>
          <p:cNvSpPr/>
          <p:nvPr/>
        </p:nvSpPr>
        <p:spPr>
          <a:xfrm>
            <a:off x="516293" y="957943"/>
            <a:ext cx="335902" cy="30355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0F1C8E2-BDF7-EAD8-C21E-6367E410F0B7}"/>
              </a:ext>
            </a:extLst>
          </p:cNvPr>
          <p:cNvSpPr/>
          <p:nvPr/>
        </p:nvSpPr>
        <p:spPr>
          <a:xfrm>
            <a:off x="696683" y="1069910"/>
            <a:ext cx="335902" cy="30355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133354E-C013-07FB-3B4C-725193DFF64E}"/>
              </a:ext>
            </a:extLst>
          </p:cNvPr>
          <p:cNvSpPr/>
          <p:nvPr/>
        </p:nvSpPr>
        <p:spPr>
          <a:xfrm>
            <a:off x="920619" y="1250302"/>
            <a:ext cx="335902" cy="30355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cxnSp>
        <p:nvCxnSpPr>
          <p:cNvPr id="20" name="Verbinder: gekrümmt 19">
            <a:extLst>
              <a:ext uri="{FF2B5EF4-FFF2-40B4-BE49-F238E27FC236}">
                <a16:creationId xmlns:a16="http://schemas.microsoft.com/office/drawing/2014/main" id="{B2F21CDA-3F82-D42B-08D8-195210AA21F4}"/>
              </a:ext>
            </a:extLst>
          </p:cNvPr>
          <p:cNvCxnSpPr>
            <a:stCxn id="2" idx="3"/>
            <a:endCxn id="3" idx="0"/>
          </p:cNvCxnSpPr>
          <p:nvPr/>
        </p:nvCxnSpPr>
        <p:spPr>
          <a:xfrm rot="5400000">
            <a:off x="603380" y="547395"/>
            <a:ext cx="491412" cy="329684"/>
          </a:xfrm>
          <a:prstGeom prst="curvedConnector5">
            <a:avLst>
              <a:gd name="adj1" fmla="val 46519"/>
              <a:gd name="adj2" fmla="val 220282"/>
              <a:gd name="adj3" fmla="val 5348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krümmt 20">
            <a:extLst>
              <a:ext uri="{FF2B5EF4-FFF2-40B4-BE49-F238E27FC236}">
                <a16:creationId xmlns:a16="http://schemas.microsoft.com/office/drawing/2014/main" id="{BF7B0B40-7F13-0C31-6975-C887924B6E20}"/>
              </a:ext>
            </a:extLst>
          </p:cNvPr>
          <p:cNvCxnSpPr>
            <a:cxnSpLocks/>
            <a:stCxn id="2" idx="3"/>
            <a:endCxn id="4" idx="0"/>
          </p:cNvCxnSpPr>
          <p:nvPr/>
        </p:nvCxnSpPr>
        <p:spPr>
          <a:xfrm rot="5400000">
            <a:off x="637592" y="693573"/>
            <a:ext cx="603379" cy="14929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krümmt 23">
            <a:extLst>
              <a:ext uri="{FF2B5EF4-FFF2-40B4-BE49-F238E27FC236}">
                <a16:creationId xmlns:a16="http://schemas.microsoft.com/office/drawing/2014/main" id="{8D03E263-DDB7-77AE-098C-1E67F73392BB}"/>
              </a:ext>
            </a:extLst>
          </p:cNvPr>
          <p:cNvCxnSpPr>
            <a:cxnSpLocks/>
            <a:stCxn id="2" idx="3"/>
            <a:endCxn id="5" idx="0"/>
          </p:cNvCxnSpPr>
          <p:nvPr/>
        </p:nvCxnSpPr>
        <p:spPr>
          <a:xfrm rot="16200000" flipH="1">
            <a:off x="659364" y="821095"/>
            <a:ext cx="783771" cy="74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A498E919-AE6F-2779-A037-7962CF957D45}"/>
              </a:ext>
            </a:extLst>
          </p:cNvPr>
          <p:cNvSpPr/>
          <p:nvPr/>
        </p:nvSpPr>
        <p:spPr>
          <a:xfrm>
            <a:off x="1673288" y="1430694"/>
            <a:ext cx="335902" cy="239485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gib mir Liste von </a:t>
            </a:r>
            <a:r>
              <a:rPr lang="de-DE" sz="900" dirty="0" err="1">
                <a:solidFill>
                  <a:schemeClr val="tx1"/>
                </a:solidFill>
              </a:rPr>
              <a:t>zubearbeitenden</a:t>
            </a:r>
            <a:r>
              <a:rPr lang="de-DE" sz="900" dirty="0">
                <a:solidFill>
                  <a:schemeClr val="tx1"/>
                </a:solidFill>
              </a:rPr>
              <a:t> AI und EC</a:t>
            </a:r>
          </a:p>
        </p:txBody>
      </p:sp>
      <p:cxnSp>
        <p:nvCxnSpPr>
          <p:cNvPr id="30" name="Verbinder: gekrümmt 29">
            <a:extLst>
              <a:ext uri="{FF2B5EF4-FFF2-40B4-BE49-F238E27FC236}">
                <a16:creationId xmlns:a16="http://schemas.microsoft.com/office/drawing/2014/main" id="{68E73965-D915-5FB2-EEEA-BFD71061E5A6}"/>
              </a:ext>
            </a:extLst>
          </p:cNvPr>
          <p:cNvCxnSpPr>
            <a:stCxn id="5" idx="3"/>
            <a:endCxn id="28" idx="1"/>
          </p:cNvCxnSpPr>
          <p:nvPr/>
        </p:nvCxnSpPr>
        <p:spPr>
          <a:xfrm flipV="1">
            <a:off x="1256521" y="2628123"/>
            <a:ext cx="416767" cy="13995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804A3E14-7F6A-0264-DE30-92EA9383D52C}"/>
              </a:ext>
            </a:extLst>
          </p:cNvPr>
          <p:cNvSpPr txBox="1"/>
          <p:nvPr/>
        </p:nvSpPr>
        <p:spPr>
          <a:xfrm>
            <a:off x="2009190" y="520578"/>
            <a:ext cx="46939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Nutzt </a:t>
            </a:r>
            <a:r>
              <a:rPr lang="de-DE" sz="1000" dirty="0" err="1"/>
              <a:t>fields</a:t>
            </a:r>
            <a:r>
              <a:rPr lang="de-DE" sz="1000" dirty="0"/>
              <a:t> </a:t>
            </a:r>
            <a:r>
              <a:rPr lang="de-DE" sz="1000" dirty="0" err="1"/>
              <a:t>filter</a:t>
            </a:r>
            <a:r>
              <a:rPr lang="de-DE" sz="1000" dirty="0"/>
              <a:t> auf CC und ermittelt Referenzen auf alle AI/EC</a:t>
            </a:r>
          </a:p>
          <a:p>
            <a:r>
              <a:rPr lang="de-DE" sz="1000" dirty="0"/>
              <a:t>Ruft für jedes AI/EC dazu auf, die neuen PM Daten zu destillieren</a:t>
            </a:r>
          </a:p>
          <a:p>
            <a:r>
              <a:rPr lang="de-DE" sz="1000" dirty="0"/>
              <a:t>IF </a:t>
            </a:r>
            <a:r>
              <a:rPr lang="de-DE" sz="1000" dirty="0" err="1"/>
              <a:t>PmDaten.anzahl</a:t>
            </a:r>
            <a:r>
              <a:rPr lang="de-DE" sz="1000" dirty="0"/>
              <a:t> == 0 =&gt; lösche Referenz von Liste</a:t>
            </a:r>
          </a:p>
          <a:p>
            <a:r>
              <a:rPr lang="de-DE" sz="1000" dirty="0"/>
              <a:t>Für alle Referenzen mit </a:t>
            </a:r>
            <a:r>
              <a:rPr lang="de-DE" sz="1000" dirty="0" err="1"/>
              <a:t>PmDaten.anzahl</a:t>
            </a:r>
            <a:r>
              <a:rPr lang="de-DE" sz="1000" dirty="0"/>
              <a:t> &gt; 0 ergänze Referenz mit </a:t>
            </a:r>
            <a:r>
              <a:rPr lang="de-DE" sz="1000" dirty="0" err="1"/>
              <a:t>pmDaten</a:t>
            </a:r>
            <a:endParaRPr lang="de-DE" sz="1000" dirty="0"/>
          </a:p>
          <a:p>
            <a:r>
              <a:rPr lang="de-DE" sz="1000" dirty="0"/>
              <a:t>Return Liste mit Referenzen auf alle AI/EC mit </a:t>
            </a:r>
            <a:r>
              <a:rPr lang="de-DE" sz="1000" dirty="0" err="1"/>
              <a:t>PmDaten.anzahl</a:t>
            </a:r>
            <a:r>
              <a:rPr lang="de-DE" sz="1000" dirty="0"/>
              <a:t> &gt; 0  (incl. </a:t>
            </a:r>
            <a:r>
              <a:rPr lang="de-DE" sz="1000" dirty="0" err="1"/>
              <a:t>pmDaten</a:t>
            </a:r>
            <a:r>
              <a:rPr lang="de-DE" sz="1000" dirty="0"/>
              <a:t>)</a:t>
            </a:r>
          </a:p>
          <a:p>
            <a:r>
              <a:rPr lang="de-DE" sz="1000" dirty="0"/>
              <a:t> 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5FF2306-46F6-2558-B402-EF55EEB85435}"/>
              </a:ext>
            </a:extLst>
          </p:cNvPr>
          <p:cNvSpPr/>
          <p:nvPr/>
        </p:nvSpPr>
        <p:spPr>
          <a:xfrm>
            <a:off x="2500602" y="1597090"/>
            <a:ext cx="335902" cy="175726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destilliere neue PM Daten</a:t>
            </a:r>
          </a:p>
        </p:txBody>
      </p:sp>
      <p:cxnSp>
        <p:nvCxnSpPr>
          <p:cNvPr id="35" name="Verbinder: gekrümmt 34">
            <a:extLst>
              <a:ext uri="{FF2B5EF4-FFF2-40B4-BE49-F238E27FC236}">
                <a16:creationId xmlns:a16="http://schemas.microsoft.com/office/drawing/2014/main" id="{D99D56AF-3841-7BF1-EE5F-3C802918EB45}"/>
              </a:ext>
            </a:extLst>
          </p:cNvPr>
          <p:cNvCxnSpPr>
            <a:cxnSpLocks/>
            <a:stCxn id="28" idx="3"/>
            <a:endCxn id="33" idx="1"/>
          </p:cNvCxnSpPr>
          <p:nvPr/>
        </p:nvCxnSpPr>
        <p:spPr>
          <a:xfrm flipV="1">
            <a:off x="2009190" y="2475722"/>
            <a:ext cx="491412" cy="15240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5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5801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B31AAA2-B937-FE52-D30C-D070655C4535}"/>
              </a:ext>
            </a:extLst>
          </p:cNvPr>
          <p:cNvGrpSpPr/>
          <p:nvPr/>
        </p:nvGrpSpPr>
        <p:grpSpPr>
          <a:xfrm>
            <a:off x="1602769" y="733697"/>
            <a:ext cx="1198602" cy="573833"/>
            <a:chOff x="6447292" y="1311006"/>
            <a:chExt cx="1705213" cy="943107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1C0BE930-B291-E2B2-A2AC-C07DEB5B9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2234060-8810-DA2B-4B1E-D2654021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666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220157" y="1800991"/>
            <a:ext cx="1017219" cy="1813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2418" y="1307530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133" y="2126886"/>
            <a:ext cx="828712" cy="516726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7631" y="4834806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</p:grp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8323DA9-448C-4ED4-4627-60B202029888}"/>
              </a:ext>
            </a:extLst>
          </p:cNvPr>
          <p:cNvCxnSpPr/>
          <p:nvPr/>
        </p:nvCxnSpPr>
        <p:spPr>
          <a:xfrm>
            <a:off x="1504850" y="1461810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7E2977B-B320-8CD1-F8EC-EB4078F50451}"/>
              </a:ext>
            </a:extLst>
          </p:cNvPr>
          <p:cNvSpPr txBox="1"/>
          <p:nvPr/>
        </p:nvSpPr>
        <p:spPr>
          <a:xfrm>
            <a:off x="1727008" y="1285057"/>
            <a:ext cx="9492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AVC notifications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5968" y="1314606"/>
            <a:ext cx="448946" cy="614861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8541" y="4549027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5397" y="2384014"/>
            <a:ext cx="511431" cy="443000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33121" y="5437540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Pre-Processing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7809" y="2507846"/>
            <a:ext cx="198919" cy="195335"/>
          </a:xfrm>
          <a:prstGeom prst="rect">
            <a:avLst/>
          </a:prstGeom>
        </p:spPr>
      </p:pic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8D25F46-C81A-746A-50F8-FB1C968464D4}"/>
              </a:ext>
            </a:extLst>
          </p:cNvPr>
          <p:cNvGrpSpPr/>
          <p:nvPr/>
        </p:nvGrpSpPr>
        <p:grpSpPr>
          <a:xfrm>
            <a:off x="2950326" y="4607374"/>
            <a:ext cx="686327" cy="670432"/>
            <a:chOff x="2307218" y="2484284"/>
            <a:chExt cx="686327" cy="670432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5BBA2EA-CF61-0A77-8808-E0A28893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07218" y="2711716"/>
              <a:ext cx="511431" cy="443000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34655857-CA98-8D54-CB61-37BD04B4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645000" y="2764473"/>
              <a:ext cx="149626" cy="149626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63BCEB8-8D1C-3113-A3F9-BED90C7EF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94626" y="2802589"/>
              <a:ext cx="198919" cy="195335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E1E805A9-BC69-DCB7-FD54-165D9C2D39AB}"/>
                </a:ext>
              </a:extLst>
            </p:cNvPr>
            <p:cNvGrpSpPr/>
            <p:nvPr/>
          </p:nvGrpSpPr>
          <p:grpSpPr>
            <a:xfrm rot="559622">
              <a:off x="2419345" y="2524064"/>
              <a:ext cx="418250" cy="147871"/>
              <a:chOff x="3664801" y="2485737"/>
              <a:chExt cx="418250" cy="147871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E2B0FB8C-CFBE-3CF2-DF58-87A9B70307E4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0D04E791-E34D-90D4-BD3F-3E52106B6D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AD930E0F-7A80-E3DA-61D5-E1C2FDC75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9" name="Grafik 48">
                  <a:extLst>
                    <a:ext uri="{FF2B5EF4-FFF2-40B4-BE49-F238E27FC236}">
                      <a16:creationId xmlns:a16="http://schemas.microsoft.com/office/drawing/2014/main" id="{B5A154C8-2E67-F855-7F61-6BC88CB9F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51" name="Grafik 50">
                  <a:extLst>
                    <a:ext uri="{FF2B5EF4-FFF2-40B4-BE49-F238E27FC236}">
                      <a16:creationId xmlns:a16="http://schemas.microsoft.com/office/drawing/2014/main" id="{23B98640-4E4A-8C2E-BFDB-C4CB5CA2C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BE3847BB-2E30-97B2-FBE6-E057D35DD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349" y="2484284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8646" y="4293542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62663" y="5552103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Processing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707261" y="4591309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52825" y="4193357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9725" y="3962776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7831" y="5463571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Transmitting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494F2B1B-BE37-F265-E01C-55955673925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68411" y="4193356"/>
            <a:ext cx="2177884" cy="1101507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021F0CD-6289-D2E5-02B3-40C8BD41C766}"/>
              </a:ext>
            </a:extLst>
          </p:cNvPr>
          <p:cNvGrpSpPr/>
          <p:nvPr/>
        </p:nvGrpSpPr>
        <p:grpSpPr>
          <a:xfrm>
            <a:off x="8069572" y="4591309"/>
            <a:ext cx="686327" cy="701282"/>
            <a:chOff x="8062071" y="3642118"/>
            <a:chExt cx="686327" cy="701282"/>
          </a:xfrm>
        </p:grpSpPr>
        <p:pic>
          <p:nvPicPr>
            <p:cNvPr id="128" name="Grafik 127">
              <a:extLst>
                <a:ext uri="{FF2B5EF4-FFF2-40B4-BE49-F238E27FC236}">
                  <a16:creationId xmlns:a16="http://schemas.microsoft.com/office/drawing/2014/main" id="{1082E7CE-26E0-691B-1E14-E9F89BDC5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30" name="Grafik 129">
              <a:extLst>
                <a:ext uri="{FF2B5EF4-FFF2-40B4-BE49-F238E27FC236}">
                  <a16:creationId xmlns:a16="http://schemas.microsoft.com/office/drawing/2014/main" id="{50CD65C5-3114-9903-B6C3-26096636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0A002F32-970D-F126-34F2-FCB345819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3CB59501-75AA-0A15-27F0-EE2826AB8F7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FF3CEF8B-2450-D8CF-C9B0-15868AFB0428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35" name="Gruppieren 134">
                <a:extLst>
                  <a:ext uri="{FF2B5EF4-FFF2-40B4-BE49-F238E27FC236}">
                    <a16:creationId xmlns:a16="http://schemas.microsoft.com/office/drawing/2014/main" id="{17DD7458-8DBB-DE33-A0E4-5CA67BD2CF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36" name="Grafik 135">
                  <a:extLst>
                    <a:ext uri="{FF2B5EF4-FFF2-40B4-BE49-F238E27FC236}">
                      <a16:creationId xmlns:a16="http://schemas.microsoft.com/office/drawing/2014/main" id="{8D17594E-F078-9E9B-8EEC-78EEDC725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37" name="Grafik 136">
                  <a:extLst>
                    <a:ext uri="{FF2B5EF4-FFF2-40B4-BE49-F238E27FC236}">
                      <a16:creationId xmlns:a16="http://schemas.microsoft.com/office/drawing/2014/main" id="{5E07E1EE-59E6-C9B3-322B-0B42B31F71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38" name="Grafik 137">
                  <a:extLst>
                    <a:ext uri="{FF2B5EF4-FFF2-40B4-BE49-F238E27FC236}">
                      <a16:creationId xmlns:a16="http://schemas.microsoft.com/office/drawing/2014/main" id="{3EEC51E6-63CF-0222-72A9-756981111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104D138B-ABDF-D4D4-76B7-EE1F7B980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236" name="Textfeld 235">
            <a:extLst>
              <a:ext uri="{FF2B5EF4-FFF2-40B4-BE49-F238E27FC236}">
                <a16:creationId xmlns:a16="http://schemas.microsoft.com/office/drawing/2014/main" id="{5EC31F2F-34B1-0D03-29A1-66D6EE2CD159}"/>
              </a:ext>
            </a:extLst>
          </p:cNvPr>
          <p:cNvSpPr txBox="1"/>
          <p:nvPr/>
        </p:nvSpPr>
        <p:spPr>
          <a:xfrm>
            <a:off x="9070670" y="5516341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Storing</a:t>
            </a:r>
          </a:p>
          <a:p>
            <a:r>
              <a:rPr lang="en-US" sz="800" noProof="0" dirty="0"/>
              <a:t>- </a:t>
            </a:r>
          </a:p>
        </p:txBody>
      </p: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21261" y="4858251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Grafik 239">
            <a:extLst>
              <a:ext uri="{FF2B5EF4-FFF2-40B4-BE49-F238E27FC236}">
                <a16:creationId xmlns:a16="http://schemas.microsoft.com/office/drawing/2014/main" id="{56AC3BD0-F28F-FB2F-1866-C2DCA465953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39191" y="4926229"/>
            <a:ext cx="1128101" cy="1057595"/>
          </a:xfrm>
          <a:prstGeom prst="rect">
            <a:avLst/>
          </a:prstGeom>
        </p:spPr>
      </p:pic>
      <p:sp>
        <p:nvSpPr>
          <p:cNvPr id="241" name="Textfeld 240">
            <a:extLst>
              <a:ext uri="{FF2B5EF4-FFF2-40B4-BE49-F238E27FC236}">
                <a16:creationId xmlns:a16="http://schemas.microsoft.com/office/drawing/2014/main" id="{DC5C8D22-15D9-0218-311C-FBE58CE3C320}"/>
              </a:ext>
            </a:extLst>
          </p:cNvPr>
          <p:cNvSpPr txBox="1"/>
          <p:nvPr/>
        </p:nvSpPr>
        <p:spPr>
          <a:xfrm>
            <a:off x="10339191" y="6027736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Serving</a:t>
            </a:r>
          </a:p>
          <a:p>
            <a:r>
              <a:rPr lang="en-US" sz="800" noProof="0" dirty="0"/>
              <a:t>- </a:t>
            </a:r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DPMDP</a:t>
            </a:r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20773" y="3310980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5FE5353-7A03-06C6-B759-0F725520E30E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#251112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F9C5036-6A4A-E2DA-42B7-79A6BCB9BE7E}"/>
              </a:ext>
            </a:extLst>
          </p:cNvPr>
          <p:cNvSpPr txBox="1"/>
          <p:nvPr/>
        </p:nvSpPr>
        <p:spPr>
          <a:xfrm>
            <a:off x="2966232" y="4013864"/>
            <a:ext cx="1254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reading raw data, capability and config individually and directly from a replication of the</a:t>
            </a:r>
            <a:br>
              <a:rPr lang="en-US" sz="800" noProof="0" dirty="0"/>
            </a:br>
            <a:r>
              <a:rPr lang="en-US" sz="800" noProof="0" dirty="0"/>
              <a:t>                              MWDI ES</a:t>
            </a: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55D439C3-42B8-FDB5-468E-D49C7176395B}"/>
              </a:ext>
            </a:extLst>
          </p:cNvPr>
          <p:cNvSpPr/>
          <p:nvPr/>
        </p:nvSpPr>
        <p:spPr>
          <a:xfrm>
            <a:off x="377630" y="2997331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MWDI ES</a:t>
            </a: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EDD8DF57-C4DC-0274-04C7-AE0C3064004D}"/>
              </a:ext>
            </a:extLst>
          </p:cNvPr>
          <p:cNvSpPr/>
          <p:nvPr/>
        </p:nvSpPr>
        <p:spPr>
          <a:xfrm>
            <a:off x="2242443" y="3035868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DPMDP ES</a:t>
            </a:r>
          </a:p>
        </p:txBody>
      </p:sp>
      <p:sp>
        <p:nvSpPr>
          <p:cNvPr id="26" name="Pfeil: eingekerbt nach rechts 25">
            <a:extLst>
              <a:ext uri="{FF2B5EF4-FFF2-40B4-BE49-F238E27FC236}">
                <a16:creationId xmlns:a16="http://schemas.microsoft.com/office/drawing/2014/main" id="{3BFD74B8-D723-4F5F-DE79-EC607AF52C54}"/>
              </a:ext>
            </a:extLst>
          </p:cNvPr>
          <p:cNvSpPr/>
          <p:nvPr/>
        </p:nvSpPr>
        <p:spPr>
          <a:xfrm>
            <a:off x="1380420" y="3095599"/>
            <a:ext cx="684244" cy="232413"/>
          </a:xfrm>
          <a:prstGeom prst="notch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4D1F9BB-B4BE-47F4-9884-0A3DD20A6FCA}"/>
              </a:ext>
            </a:extLst>
          </p:cNvPr>
          <p:cNvCxnSpPr>
            <a:cxnSpLocks/>
          </p:cNvCxnSpPr>
          <p:nvPr/>
        </p:nvCxnSpPr>
        <p:spPr>
          <a:xfrm>
            <a:off x="2885196" y="3457838"/>
            <a:ext cx="1498034" cy="810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02096C68-F162-ABF8-D72C-D9F0171913A1}"/>
              </a:ext>
            </a:extLst>
          </p:cNvPr>
          <p:cNvSpPr txBox="1"/>
          <p:nvPr/>
        </p:nvSpPr>
        <p:spPr>
          <a:xfrm>
            <a:off x="1380420" y="2732768"/>
            <a:ext cx="656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/>
              <a:t>cronjob replication</a:t>
            </a:r>
          </a:p>
          <a:p>
            <a:pPr algn="ctr"/>
            <a:r>
              <a:rPr lang="en-US" sz="800" noProof="0"/>
              <a:t>by ES</a:t>
            </a:r>
            <a:endParaRPr lang="en-US" sz="800" noProof="0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875EF80E-E5C3-46C9-DEE2-17DF6F0D27C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66828" y="1193313"/>
            <a:ext cx="985543" cy="678361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ED4624B0-00FA-A736-752C-7ABFA46940FD}"/>
              </a:ext>
            </a:extLst>
          </p:cNvPr>
          <p:cNvSpPr/>
          <p:nvPr/>
        </p:nvSpPr>
        <p:spPr>
          <a:xfrm>
            <a:off x="3040198" y="1051692"/>
            <a:ext cx="2141024" cy="984928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Legende: Linie 31">
            <a:extLst>
              <a:ext uri="{FF2B5EF4-FFF2-40B4-BE49-F238E27FC236}">
                <a16:creationId xmlns:a16="http://schemas.microsoft.com/office/drawing/2014/main" id="{807A3B68-9115-A44C-7B20-227A0FD1DD97}"/>
              </a:ext>
            </a:extLst>
          </p:cNvPr>
          <p:cNvSpPr/>
          <p:nvPr/>
        </p:nvSpPr>
        <p:spPr>
          <a:xfrm>
            <a:off x="5639564" y="330501"/>
            <a:ext cx="2181483" cy="215444"/>
          </a:xfrm>
          <a:prstGeom prst="borderCallout1">
            <a:avLst>
              <a:gd name="adj1" fmla="val 51908"/>
              <a:gd name="adj2" fmla="val -1600"/>
              <a:gd name="adj3" fmla="val 328029"/>
              <a:gd name="adj4" fmla="val -46405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 err="1">
                <a:solidFill>
                  <a:schemeClr val="tx1"/>
                </a:solidFill>
              </a:rPr>
              <a:t>regardAttributeValueChange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37" name="Legende: Linie 36">
            <a:extLst>
              <a:ext uri="{FF2B5EF4-FFF2-40B4-BE49-F238E27FC236}">
                <a16:creationId xmlns:a16="http://schemas.microsoft.com/office/drawing/2014/main" id="{ED299136-9B06-034B-3D67-7B84CCFDDD0B}"/>
              </a:ext>
            </a:extLst>
          </p:cNvPr>
          <p:cNvSpPr/>
          <p:nvPr/>
        </p:nvSpPr>
        <p:spPr>
          <a:xfrm>
            <a:off x="4730611" y="2213275"/>
            <a:ext cx="2624922" cy="215444"/>
          </a:xfrm>
          <a:prstGeom prst="borderCallout1">
            <a:avLst>
              <a:gd name="adj1" fmla="val 51908"/>
              <a:gd name="adj2" fmla="val -1600"/>
              <a:gd name="adj3" fmla="val 115388"/>
              <a:gd name="adj4" fmla="val -23167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50083B-E936-4C04-65CE-5FF8579AB1E7}"/>
              </a:ext>
            </a:extLst>
          </p:cNvPr>
          <p:cNvSpPr/>
          <p:nvPr/>
        </p:nvSpPr>
        <p:spPr>
          <a:xfrm>
            <a:off x="171450" y="2828925"/>
            <a:ext cx="4758788" cy="2464594"/>
          </a:xfrm>
          <a:custGeom>
            <a:avLst/>
            <a:gdLst>
              <a:gd name="connsiteX0" fmla="*/ 3629025 w 4758788"/>
              <a:gd name="connsiteY0" fmla="*/ 21431 h 2464594"/>
              <a:gd name="connsiteX1" fmla="*/ 3664744 w 4758788"/>
              <a:gd name="connsiteY1" fmla="*/ 14288 h 2464594"/>
              <a:gd name="connsiteX2" fmla="*/ 3893344 w 4758788"/>
              <a:gd name="connsiteY2" fmla="*/ 0 h 2464594"/>
              <a:gd name="connsiteX3" fmla="*/ 4064794 w 4758788"/>
              <a:gd name="connsiteY3" fmla="*/ 7144 h 2464594"/>
              <a:gd name="connsiteX4" fmla="*/ 4129088 w 4758788"/>
              <a:gd name="connsiteY4" fmla="*/ 14288 h 2464594"/>
              <a:gd name="connsiteX5" fmla="*/ 4214813 w 4758788"/>
              <a:gd name="connsiteY5" fmla="*/ 21431 h 2464594"/>
              <a:gd name="connsiteX6" fmla="*/ 4279106 w 4758788"/>
              <a:gd name="connsiteY6" fmla="*/ 35719 h 2464594"/>
              <a:gd name="connsiteX7" fmla="*/ 4379119 w 4758788"/>
              <a:gd name="connsiteY7" fmla="*/ 42863 h 2464594"/>
              <a:gd name="connsiteX8" fmla="*/ 4421981 w 4758788"/>
              <a:gd name="connsiteY8" fmla="*/ 50006 h 2464594"/>
              <a:gd name="connsiteX9" fmla="*/ 4529138 w 4758788"/>
              <a:gd name="connsiteY9" fmla="*/ 64294 h 2464594"/>
              <a:gd name="connsiteX10" fmla="*/ 4579144 w 4758788"/>
              <a:gd name="connsiteY10" fmla="*/ 78581 h 2464594"/>
              <a:gd name="connsiteX11" fmla="*/ 4629150 w 4758788"/>
              <a:gd name="connsiteY11" fmla="*/ 107156 h 2464594"/>
              <a:gd name="connsiteX12" fmla="*/ 4700588 w 4758788"/>
              <a:gd name="connsiteY12" fmla="*/ 135731 h 2464594"/>
              <a:gd name="connsiteX13" fmla="*/ 4722019 w 4758788"/>
              <a:gd name="connsiteY13" fmla="*/ 164306 h 2464594"/>
              <a:gd name="connsiteX14" fmla="*/ 4736306 w 4758788"/>
              <a:gd name="connsiteY14" fmla="*/ 207169 h 2464594"/>
              <a:gd name="connsiteX15" fmla="*/ 4750594 w 4758788"/>
              <a:gd name="connsiteY15" fmla="*/ 242888 h 2464594"/>
              <a:gd name="connsiteX16" fmla="*/ 4750594 w 4758788"/>
              <a:gd name="connsiteY16" fmla="*/ 342900 h 2464594"/>
              <a:gd name="connsiteX17" fmla="*/ 4650581 w 4758788"/>
              <a:gd name="connsiteY17" fmla="*/ 485775 h 2464594"/>
              <a:gd name="connsiteX18" fmla="*/ 4521994 w 4758788"/>
              <a:gd name="connsiteY18" fmla="*/ 607219 h 2464594"/>
              <a:gd name="connsiteX19" fmla="*/ 4400550 w 4758788"/>
              <a:gd name="connsiteY19" fmla="*/ 685800 h 2464594"/>
              <a:gd name="connsiteX20" fmla="*/ 4200525 w 4758788"/>
              <a:gd name="connsiteY20" fmla="*/ 757238 h 2464594"/>
              <a:gd name="connsiteX21" fmla="*/ 4014788 w 4758788"/>
              <a:gd name="connsiteY21" fmla="*/ 842963 h 2464594"/>
              <a:gd name="connsiteX22" fmla="*/ 3864769 w 4758788"/>
              <a:gd name="connsiteY22" fmla="*/ 878681 h 2464594"/>
              <a:gd name="connsiteX23" fmla="*/ 3700463 w 4758788"/>
              <a:gd name="connsiteY23" fmla="*/ 928688 h 2464594"/>
              <a:gd name="connsiteX24" fmla="*/ 3500438 w 4758788"/>
              <a:gd name="connsiteY24" fmla="*/ 978694 h 2464594"/>
              <a:gd name="connsiteX25" fmla="*/ 3078956 w 4758788"/>
              <a:gd name="connsiteY25" fmla="*/ 1085850 h 2464594"/>
              <a:gd name="connsiteX26" fmla="*/ 2686050 w 4758788"/>
              <a:gd name="connsiteY26" fmla="*/ 1121569 h 2464594"/>
              <a:gd name="connsiteX27" fmla="*/ 2414588 w 4758788"/>
              <a:gd name="connsiteY27" fmla="*/ 1150144 h 2464594"/>
              <a:gd name="connsiteX28" fmla="*/ 1835944 w 4758788"/>
              <a:gd name="connsiteY28" fmla="*/ 1164431 h 2464594"/>
              <a:gd name="connsiteX29" fmla="*/ 1678781 w 4758788"/>
              <a:gd name="connsiteY29" fmla="*/ 1171575 h 2464594"/>
              <a:gd name="connsiteX30" fmla="*/ 1571625 w 4758788"/>
              <a:gd name="connsiteY30" fmla="*/ 1185863 h 2464594"/>
              <a:gd name="connsiteX31" fmla="*/ 1057275 w 4758788"/>
              <a:gd name="connsiteY31" fmla="*/ 1207294 h 2464594"/>
              <a:gd name="connsiteX32" fmla="*/ 878681 w 4758788"/>
              <a:gd name="connsiteY32" fmla="*/ 1243013 h 2464594"/>
              <a:gd name="connsiteX33" fmla="*/ 764381 w 4758788"/>
              <a:gd name="connsiteY33" fmla="*/ 1264444 h 2464594"/>
              <a:gd name="connsiteX34" fmla="*/ 578644 w 4758788"/>
              <a:gd name="connsiteY34" fmla="*/ 1328738 h 2464594"/>
              <a:gd name="connsiteX35" fmla="*/ 500063 w 4758788"/>
              <a:gd name="connsiteY35" fmla="*/ 1357313 h 2464594"/>
              <a:gd name="connsiteX36" fmla="*/ 450056 w 4758788"/>
              <a:gd name="connsiteY36" fmla="*/ 1371600 h 2464594"/>
              <a:gd name="connsiteX37" fmla="*/ 400050 w 4758788"/>
              <a:gd name="connsiteY37" fmla="*/ 1414463 h 2464594"/>
              <a:gd name="connsiteX38" fmla="*/ 257175 w 4758788"/>
              <a:gd name="connsiteY38" fmla="*/ 1485900 h 2464594"/>
              <a:gd name="connsiteX39" fmla="*/ 164306 w 4758788"/>
              <a:gd name="connsiteY39" fmla="*/ 1585913 h 2464594"/>
              <a:gd name="connsiteX40" fmla="*/ 78581 w 4758788"/>
              <a:gd name="connsiteY40" fmla="*/ 1678781 h 2464594"/>
              <a:gd name="connsiteX41" fmla="*/ 35719 w 4758788"/>
              <a:gd name="connsiteY41" fmla="*/ 1764506 h 2464594"/>
              <a:gd name="connsiteX42" fmla="*/ 0 w 4758788"/>
              <a:gd name="connsiteY42" fmla="*/ 1871663 h 2464594"/>
              <a:gd name="connsiteX43" fmla="*/ 7144 w 4758788"/>
              <a:gd name="connsiteY43" fmla="*/ 2050256 h 2464594"/>
              <a:gd name="connsiteX44" fmla="*/ 71438 w 4758788"/>
              <a:gd name="connsiteY44" fmla="*/ 2200275 h 2464594"/>
              <a:gd name="connsiteX45" fmla="*/ 150019 w 4758788"/>
              <a:gd name="connsiteY45" fmla="*/ 2314575 h 2464594"/>
              <a:gd name="connsiteX46" fmla="*/ 207169 w 4758788"/>
              <a:gd name="connsiteY46" fmla="*/ 2371725 h 2464594"/>
              <a:gd name="connsiteX47" fmla="*/ 235744 w 4758788"/>
              <a:gd name="connsiteY47" fmla="*/ 2400300 h 2464594"/>
              <a:gd name="connsiteX48" fmla="*/ 264319 w 4758788"/>
              <a:gd name="connsiteY48" fmla="*/ 2414588 h 2464594"/>
              <a:gd name="connsiteX49" fmla="*/ 321469 w 4758788"/>
              <a:gd name="connsiteY49" fmla="*/ 2450306 h 2464594"/>
              <a:gd name="connsiteX50" fmla="*/ 414338 w 4758788"/>
              <a:gd name="connsiteY50" fmla="*/ 2464594 h 2464594"/>
              <a:gd name="connsiteX51" fmla="*/ 757238 w 4758788"/>
              <a:gd name="connsiteY51" fmla="*/ 2457450 h 246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58788" h="2464594">
                <a:moveTo>
                  <a:pt x="3629025" y="21431"/>
                </a:moveTo>
                <a:cubicBezTo>
                  <a:pt x="3640931" y="19050"/>
                  <a:pt x="3652685" y="15707"/>
                  <a:pt x="3664744" y="14288"/>
                </a:cubicBezTo>
                <a:cubicBezTo>
                  <a:pt x="3730409" y="6563"/>
                  <a:pt x="3834215" y="2957"/>
                  <a:pt x="3893344" y="0"/>
                </a:cubicBezTo>
                <a:lnTo>
                  <a:pt x="4064794" y="7144"/>
                </a:lnTo>
                <a:cubicBezTo>
                  <a:pt x="4086318" y="8449"/>
                  <a:pt x="4107622" y="12244"/>
                  <a:pt x="4129088" y="14288"/>
                </a:cubicBezTo>
                <a:cubicBezTo>
                  <a:pt x="4157633" y="17006"/>
                  <a:pt x="4186238" y="19050"/>
                  <a:pt x="4214813" y="21431"/>
                </a:cubicBezTo>
                <a:cubicBezTo>
                  <a:pt x="4236244" y="26194"/>
                  <a:pt x="4257337" y="32879"/>
                  <a:pt x="4279106" y="35719"/>
                </a:cubicBezTo>
                <a:cubicBezTo>
                  <a:pt x="4312248" y="40042"/>
                  <a:pt x="4345862" y="39537"/>
                  <a:pt x="4379119" y="42863"/>
                </a:cubicBezTo>
                <a:cubicBezTo>
                  <a:pt x="4393531" y="44304"/>
                  <a:pt x="4407642" y="47958"/>
                  <a:pt x="4421981" y="50006"/>
                </a:cubicBezTo>
                <a:cubicBezTo>
                  <a:pt x="4450996" y="54151"/>
                  <a:pt x="4499456" y="58897"/>
                  <a:pt x="4529138" y="64294"/>
                </a:cubicBezTo>
                <a:cubicBezTo>
                  <a:pt x="4536327" y="65601"/>
                  <a:pt x="4570404" y="74211"/>
                  <a:pt x="4579144" y="78581"/>
                </a:cubicBezTo>
                <a:cubicBezTo>
                  <a:pt x="4596315" y="87167"/>
                  <a:pt x="4611779" y="98981"/>
                  <a:pt x="4629150" y="107156"/>
                </a:cubicBezTo>
                <a:cubicBezTo>
                  <a:pt x="4652356" y="118076"/>
                  <a:pt x="4700588" y="135731"/>
                  <a:pt x="4700588" y="135731"/>
                </a:cubicBezTo>
                <a:cubicBezTo>
                  <a:pt x="4707732" y="145256"/>
                  <a:pt x="4716695" y="153657"/>
                  <a:pt x="4722019" y="164306"/>
                </a:cubicBezTo>
                <a:cubicBezTo>
                  <a:pt x="4728754" y="177777"/>
                  <a:pt x="4731159" y="193015"/>
                  <a:pt x="4736306" y="207169"/>
                </a:cubicBezTo>
                <a:cubicBezTo>
                  <a:pt x="4740688" y="219221"/>
                  <a:pt x="4745831" y="230982"/>
                  <a:pt x="4750594" y="242888"/>
                </a:cubicBezTo>
                <a:cubicBezTo>
                  <a:pt x="4756098" y="275908"/>
                  <a:pt x="4765892" y="309522"/>
                  <a:pt x="4750594" y="342900"/>
                </a:cubicBezTo>
                <a:cubicBezTo>
                  <a:pt x="4695670" y="462732"/>
                  <a:pt x="4703834" y="427196"/>
                  <a:pt x="4650581" y="485775"/>
                </a:cubicBezTo>
                <a:cubicBezTo>
                  <a:pt x="4585155" y="557743"/>
                  <a:pt x="4621800" y="532365"/>
                  <a:pt x="4521994" y="607219"/>
                </a:cubicBezTo>
                <a:cubicBezTo>
                  <a:pt x="4481251" y="637776"/>
                  <a:pt x="4448574" y="666331"/>
                  <a:pt x="4400550" y="685800"/>
                </a:cubicBezTo>
                <a:cubicBezTo>
                  <a:pt x="4334937" y="712400"/>
                  <a:pt x="4264808" y="727569"/>
                  <a:pt x="4200525" y="757238"/>
                </a:cubicBezTo>
                <a:cubicBezTo>
                  <a:pt x="4138613" y="785813"/>
                  <a:pt x="4078911" y="819770"/>
                  <a:pt x="4014788" y="842963"/>
                </a:cubicBezTo>
                <a:cubicBezTo>
                  <a:pt x="3966449" y="860447"/>
                  <a:pt x="3914362" y="865156"/>
                  <a:pt x="3864769" y="878681"/>
                </a:cubicBezTo>
                <a:cubicBezTo>
                  <a:pt x="3809537" y="893744"/>
                  <a:pt x="3755670" y="913533"/>
                  <a:pt x="3700463" y="928688"/>
                </a:cubicBezTo>
                <a:cubicBezTo>
                  <a:pt x="3634188" y="946881"/>
                  <a:pt x="3566802" y="960827"/>
                  <a:pt x="3500438" y="978694"/>
                </a:cubicBezTo>
                <a:cubicBezTo>
                  <a:pt x="3345951" y="1020286"/>
                  <a:pt x="3244795" y="1061895"/>
                  <a:pt x="3078956" y="1085850"/>
                </a:cubicBezTo>
                <a:cubicBezTo>
                  <a:pt x="2948798" y="1104651"/>
                  <a:pt x="2816658" y="1106204"/>
                  <a:pt x="2686050" y="1121569"/>
                </a:cubicBezTo>
                <a:cubicBezTo>
                  <a:pt x="2625200" y="1128728"/>
                  <a:pt x="2469027" y="1148009"/>
                  <a:pt x="2414588" y="1150144"/>
                </a:cubicBezTo>
                <a:cubicBezTo>
                  <a:pt x="2221796" y="1157704"/>
                  <a:pt x="2028802" y="1158814"/>
                  <a:pt x="1835944" y="1164431"/>
                </a:cubicBezTo>
                <a:cubicBezTo>
                  <a:pt x="1783524" y="1165958"/>
                  <a:pt x="1731169" y="1169194"/>
                  <a:pt x="1678781" y="1171575"/>
                </a:cubicBezTo>
                <a:cubicBezTo>
                  <a:pt x="1643062" y="1176338"/>
                  <a:pt x="1607600" y="1183795"/>
                  <a:pt x="1571625" y="1185863"/>
                </a:cubicBezTo>
                <a:cubicBezTo>
                  <a:pt x="1400309" y="1195709"/>
                  <a:pt x="1057275" y="1207294"/>
                  <a:pt x="1057275" y="1207294"/>
                </a:cubicBezTo>
                <a:cubicBezTo>
                  <a:pt x="874687" y="1237724"/>
                  <a:pt x="1071638" y="1203090"/>
                  <a:pt x="878681" y="1243013"/>
                </a:cubicBezTo>
                <a:cubicBezTo>
                  <a:pt x="840721" y="1250867"/>
                  <a:pt x="801653" y="1253795"/>
                  <a:pt x="764381" y="1264444"/>
                </a:cubicBezTo>
                <a:cubicBezTo>
                  <a:pt x="701385" y="1282443"/>
                  <a:pt x="640456" y="1307020"/>
                  <a:pt x="578644" y="1328738"/>
                </a:cubicBezTo>
                <a:cubicBezTo>
                  <a:pt x="552348" y="1337977"/>
                  <a:pt x="526862" y="1349656"/>
                  <a:pt x="500063" y="1357313"/>
                </a:cubicBezTo>
                <a:lnTo>
                  <a:pt x="450056" y="1371600"/>
                </a:lnTo>
                <a:cubicBezTo>
                  <a:pt x="433387" y="1385888"/>
                  <a:pt x="418937" y="1403271"/>
                  <a:pt x="400050" y="1414463"/>
                </a:cubicBezTo>
                <a:cubicBezTo>
                  <a:pt x="354243" y="1441608"/>
                  <a:pt x="257175" y="1485900"/>
                  <a:pt x="257175" y="1485900"/>
                </a:cubicBezTo>
                <a:cubicBezTo>
                  <a:pt x="137945" y="1625003"/>
                  <a:pt x="295366" y="1443931"/>
                  <a:pt x="164306" y="1585913"/>
                </a:cubicBezTo>
                <a:cubicBezTo>
                  <a:pt x="42378" y="1718001"/>
                  <a:pt x="231883" y="1525482"/>
                  <a:pt x="78581" y="1678781"/>
                </a:cubicBezTo>
                <a:cubicBezTo>
                  <a:pt x="64294" y="1707356"/>
                  <a:pt x="46936" y="1734592"/>
                  <a:pt x="35719" y="1764506"/>
                </a:cubicBezTo>
                <a:cubicBezTo>
                  <a:pt x="8201" y="1837888"/>
                  <a:pt x="19877" y="1802093"/>
                  <a:pt x="0" y="1871663"/>
                </a:cubicBezTo>
                <a:cubicBezTo>
                  <a:pt x="2381" y="1931194"/>
                  <a:pt x="1583" y="1990937"/>
                  <a:pt x="7144" y="2050256"/>
                </a:cubicBezTo>
                <a:cubicBezTo>
                  <a:pt x="11205" y="2093572"/>
                  <a:pt x="57678" y="2176196"/>
                  <a:pt x="71438" y="2200275"/>
                </a:cubicBezTo>
                <a:cubicBezTo>
                  <a:pt x="102686" y="2254958"/>
                  <a:pt x="103497" y="2261849"/>
                  <a:pt x="150019" y="2314575"/>
                </a:cubicBezTo>
                <a:cubicBezTo>
                  <a:pt x="167844" y="2334776"/>
                  <a:pt x="188119" y="2352675"/>
                  <a:pt x="207169" y="2371725"/>
                </a:cubicBezTo>
                <a:cubicBezTo>
                  <a:pt x="216694" y="2381250"/>
                  <a:pt x="223696" y="2394276"/>
                  <a:pt x="235744" y="2400300"/>
                </a:cubicBezTo>
                <a:cubicBezTo>
                  <a:pt x="245269" y="2405063"/>
                  <a:pt x="255120" y="2409222"/>
                  <a:pt x="264319" y="2414588"/>
                </a:cubicBezTo>
                <a:cubicBezTo>
                  <a:pt x="283723" y="2425907"/>
                  <a:pt x="299230" y="2447129"/>
                  <a:pt x="321469" y="2450306"/>
                </a:cubicBezTo>
                <a:cubicBezTo>
                  <a:pt x="385814" y="2459499"/>
                  <a:pt x="354866" y="2454682"/>
                  <a:pt x="414338" y="2464594"/>
                </a:cubicBezTo>
                <a:cubicBezTo>
                  <a:pt x="690548" y="2456470"/>
                  <a:pt x="576228" y="2457450"/>
                  <a:pt x="757238" y="245745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B8791D49-A255-CA2B-2F90-6CDBCC70F8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5557" y="4615009"/>
            <a:ext cx="213481" cy="213481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6EB7DF31-A062-70D1-ABB5-50910FD87E0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10109" y="4751510"/>
            <a:ext cx="213481" cy="213481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FECE2EDB-88E1-F736-5B22-27A9D10C89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5557" y="4854726"/>
            <a:ext cx="213481" cy="213481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18598456-6978-C4DB-24E6-FE9AAEFBE5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5017" y="4961466"/>
            <a:ext cx="213481" cy="213481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1072DBDD-964C-D81E-1F64-AD9CE44B01C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5556" y="5034600"/>
            <a:ext cx="213481" cy="213481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9572FB75-7C0C-9064-B7D1-779DC69041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04989" y="4858250"/>
            <a:ext cx="213481" cy="213481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9D147701-C1B1-E212-EBAB-7CB95B2AE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21896" y="4721833"/>
            <a:ext cx="213481" cy="213481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2AF753C8-D658-E7BE-68F2-DA3294DB37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34878" y="4615008"/>
            <a:ext cx="213481" cy="213481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57710141-5877-5584-C417-F0F195DB57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83459" y="4644769"/>
            <a:ext cx="213481" cy="213481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ECB073C0-B3F3-8C89-E30D-498CBA2BFC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32513" y="5017891"/>
            <a:ext cx="213481" cy="213481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81DF4C6D-F0D8-0019-1D95-94A9181AC48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64823" y="5034600"/>
            <a:ext cx="213481" cy="213481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A6A62A21-FEDF-788A-A1CD-99224A5D52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22090" y="4775093"/>
            <a:ext cx="213481" cy="213481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0A55734D-FBAD-0079-554E-58FD1F4C4EB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5994" y="4796413"/>
            <a:ext cx="213481" cy="213481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24287945-4E1D-FB0A-5B82-7755E9B7F04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428235" y="4805081"/>
            <a:ext cx="448946" cy="443000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3A858C27-A58D-98F2-D547-C30CC3DF06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54868" y="4897082"/>
            <a:ext cx="198919" cy="195335"/>
          </a:xfrm>
          <a:prstGeom prst="rect">
            <a:avLst/>
          </a:prstGeom>
        </p:spPr>
      </p:pic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EF6CEF01-97CC-5179-3791-0D5374AABE14}"/>
              </a:ext>
            </a:extLst>
          </p:cNvPr>
          <p:cNvCxnSpPr/>
          <p:nvPr/>
        </p:nvCxnSpPr>
        <p:spPr>
          <a:xfrm flipH="1">
            <a:off x="11484733" y="4814387"/>
            <a:ext cx="363732" cy="2861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B277351F-C58C-56AE-6505-BB66726B2A32}"/>
              </a:ext>
            </a:extLst>
          </p:cNvPr>
          <p:cNvCxnSpPr>
            <a:cxnSpLocks/>
          </p:cNvCxnSpPr>
          <p:nvPr/>
        </p:nvCxnSpPr>
        <p:spPr>
          <a:xfrm>
            <a:off x="11553247" y="4828489"/>
            <a:ext cx="226704" cy="2861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3E51F27E-CD5F-3812-71E0-5DC4B69DE31F}"/>
              </a:ext>
            </a:extLst>
          </p:cNvPr>
          <p:cNvSpPr txBox="1"/>
          <p:nvPr/>
        </p:nvSpPr>
        <p:spPr>
          <a:xfrm>
            <a:off x="5639564" y="551765"/>
            <a:ext cx="65008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noProof="0" dirty="0"/>
              <a:t>Die Warteperiode beginnt mit dem Erhalt der </a:t>
            </a:r>
            <a:r>
              <a:rPr lang="de-DE" sz="800" dirty="0"/>
              <a:t>1. AVC </a:t>
            </a:r>
            <a:r>
              <a:rPr lang="de-DE" sz="800" dirty="0" err="1"/>
              <a:t>Notification</a:t>
            </a:r>
            <a:br>
              <a:rPr lang="de-DE" sz="800" dirty="0"/>
            </a:br>
            <a:r>
              <a:rPr lang="de-DE" sz="800" dirty="0"/>
              <a:t>(d.h. eine Phase, in der keine </a:t>
            </a:r>
            <a:r>
              <a:rPr lang="de-DE" sz="800" dirty="0" err="1"/>
              <a:t>Notifications</a:t>
            </a:r>
            <a:r>
              <a:rPr lang="de-DE" sz="800" dirty="0"/>
              <a:t> eintreffen, führt nicht zur Verlängerung der Periodendauer)</a:t>
            </a:r>
            <a:endParaRPr lang="de-DE" sz="800" noProof="0" dirty="0"/>
          </a:p>
          <a:p>
            <a:endParaRPr lang="de-DE" sz="800" dirty="0"/>
          </a:p>
          <a:p>
            <a:r>
              <a:rPr lang="de-DE" sz="800" noProof="0" dirty="0"/>
              <a:t>Erwartete Periodenlänge zum Zeitpunkt t=0 : Te</a:t>
            </a:r>
            <a:r>
              <a:rPr lang="de-DE" sz="800" baseline="-25000" noProof="0" dirty="0"/>
              <a:t>0</a:t>
            </a:r>
            <a:r>
              <a:rPr lang="de-DE" sz="800" noProof="0" dirty="0"/>
              <a:t> = 0s</a:t>
            </a:r>
          </a:p>
          <a:p>
            <a:r>
              <a:rPr lang="de-DE" sz="800" dirty="0"/>
              <a:t>Zeitpunkt der ersten Abfrage von DPMDP auf Wert in 1. AVC </a:t>
            </a:r>
            <a:r>
              <a:rPr lang="de-DE" sz="800" dirty="0" err="1"/>
              <a:t>Notification</a:t>
            </a:r>
            <a:r>
              <a:rPr lang="de-DE" sz="800" dirty="0"/>
              <a:t> : Ta1 = Te</a:t>
            </a:r>
            <a:r>
              <a:rPr lang="de-DE" sz="800" baseline="-25000" dirty="0"/>
              <a:t>(n-1)</a:t>
            </a:r>
            <a:r>
              <a:rPr lang="de-DE" sz="800" dirty="0"/>
              <a:t> – 5s</a:t>
            </a:r>
          </a:p>
          <a:p>
            <a:r>
              <a:rPr lang="de-DE" sz="800" dirty="0"/>
              <a:t>Zeitpunkt Zwangsstart der Workflows aller betroffenen Geräte : Tz = Te</a:t>
            </a:r>
            <a:r>
              <a:rPr lang="de-DE" sz="800" baseline="-25000" dirty="0"/>
              <a:t>(n-1)</a:t>
            </a:r>
            <a:r>
              <a:rPr lang="de-DE" sz="800" dirty="0"/>
              <a:t> + 10s</a:t>
            </a:r>
          </a:p>
          <a:p>
            <a:endParaRPr lang="de-DE" sz="800" dirty="0"/>
          </a:p>
          <a:p>
            <a:r>
              <a:rPr lang="de-DE" sz="800" dirty="0"/>
              <a:t>Periodenlänge zum Zeitpunkt t=n : </a:t>
            </a:r>
          </a:p>
          <a:p>
            <a:r>
              <a:rPr lang="de-DE" sz="800" dirty="0"/>
              <a:t>	Te</a:t>
            </a:r>
            <a:r>
              <a:rPr lang="de-DE" sz="800" baseline="-25000" dirty="0"/>
              <a:t>n</a:t>
            </a:r>
            <a:r>
              <a:rPr lang="de-DE" sz="800" dirty="0"/>
              <a:t> = (Te</a:t>
            </a:r>
            <a:r>
              <a:rPr lang="de-DE" sz="800" baseline="-25000" dirty="0"/>
              <a:t>(n-1)</a:t>
            </a:r>
            <a:r>
              <a:rPr lang="de-DE" sz="800" dirty="0"/>
              <a:t> – 5s) &lt;  Zeitpunkt 1. erfolgreiche Abfrage von DPMDP auf Wert der 1. AVC </a:t>
            </a:r>
            <a:r>
              <a:rPr lang="de-DE" sz="800" dirty="0" err="1"/>
              <a:t>Notification</a:t>
            </a:r>
            <a:r>
              <a:rPr lang="de-DE" sz="800" dirty="0"/>
              <a:t> in Periode n &lt; (Te</a:t>
            </a:r>
            <a:r>
              <a:rPr lang="de-DE" sz="800" baseline="-25000" dirty="0"/>
              <a:t>(n-1)</a:t>
            </a:r>
            <a:r>
              <a:rPr lang="de-DE" sz="800" dirty="0"/>
              <a:t> + 10s) </a:t>
            </a:r>
          </a:p>
          <a:p>
            <a:endParaRPr lang="de-DE" sz="800" noProof="0" dirty="0"/>
          </a:p>
          <a:p>
            <a:r>
              <a:rPr lang="de-DE" sz="800" noProof="0" dirty="0"/>
              <a:t>Geräte, die in Periode n bearbeitet wurden, sind </a:t>
            </a:r>
            <a:r>
              <a:rPr lang="de-DE" sz="800" dirty="0"/>
              <a:t>für Periode n +1 gesperrt (Grund: Nachzügler </a:t>
            </a:r>
            <a:r>
              <a:rPr lang="de-DE" sz="800" dirty="0" err="1"/>
              <a:t>Notifications</a:t>
            </a:r>
            <a:r>
              <a:rPr lang="de-DE" sz="800" dirty="0"/>
              <a:t> könnten in nächste Periode reichen)</a:t>
            </a:r>
            <a:endParaRPr lang="de-DE" sz="800" noProof="0" dirty="0"/>
          </a:p>
        </p:txBody>
      </p:sp>
    </p:spTree>
    <p:extLst>
      <p:ext uri="{BB962C8B-B14F-4D97-AF65-F5344CB8AC3E}">
        <p14:creationId xmlns:p14="http://schemas.microsoft.com/office/powerpoint/2010/main" val="47954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7477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B31AAA2-B937-FE52-D30C-D070655C4535}"/>
              </a:ext>
            </a:extLst>
          </p:cNvPr>
          <p:cNvGrpSpPr/>
          <p:nvPr/>
        </p:nvGrpSpPr>
        <p:grpSpPr>
          <a:xfrm>
            <a:off x="1602769" y="733697"/>
            <a:ext cx="1198602" cy="573833"/>
            <a:chOff x="6447292" y="1311006"/>
            <a:chExt cx="1705213" cy="943107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1C0BE930-B291-E2B2-A2AC-C07DEB5B9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2234060-8810-DA2B-4B1E-D2654021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40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487631" y="1800991"/>
            <a:ext cx="1017219" cy="887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2418" y="1307530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07" y="2126886"/>
            <a:ext cx="828712" cy="516726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7631" y="4834806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BFDD0FB6-1DC7-E961-A0DA-7515175A1B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3377" y="1924196"/>
            <a:ext cx="448946" cy="443000"/>
          </a:xfrm>
          <a:prstGeom prst="rect">
            <a:avLst/>
          </a:prstGeom>
        </p:spPr>
      </p:pic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8323DA9-448C-4ED4-4627-60B202029888}"/>
              </a:ext>
            </a:extLst>
          </p:cNvPr>
          <p:cNvCxnSpPr/>
          <p:nvPr/>
        </p:nvCxnSpPr>
        <p:spPr>
          <a:xfrm>
            <a:off x="1504850" y="1461810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7E2977B-B320-8CD1-F8EC-EB4078F50451}"/>
              </a:ext>
            </a:extLst>
          </p:cNvPr>
          <p:cNvSpPr txBox="1"/>
          <p:nvPr/>
        </p:nvSpPr>
        <p:spPr>
          <a:xfrm>
            <a:off x="1814170" y="1283494"/>
            <a:ext cx="6880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notification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96627" y="1631832"/>
            <a:ext cx="448946" cy="614861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FDE965B1-F1B0-84B7-F793-75D30E06510B}"/>
              </a:ext>
            </a:extLst>
          </p:cNvPr>
          <p:cNvSpPr txBox="1"/>
          <p:nvPr/>
        </p:nvSpPr>
        <p:spPr>
          <a:xfrm>
            <a:off x="1612339" y="1491311"/>
            <a:ext cx="1187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just identifies new CC in </a:t>
            </a:r>
            <a:r>
              <a:rPr lang="en-US" sz="800" noProof="0" dirty="0" err="1"/>
              <a:t>ElasticSearch</a:t>
            </a:r>
            <a:endParaRPr lang="en-US" sz="800" noProof="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8541" y="4549027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5397" y="2986000"/>
            <a:ext cx="511431" cy="443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A419E93-6B7A-5076-27A3-ABCB54B1D43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53275" y="2989165"/>
            <a:ext cx="161639" cy="153849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33121" y="5437540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Pre-Processing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B5FD504A-908B-057F-4579-782CE8A246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0010" y="2016197"/>
            <a:ext cx="198919" cy="195335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7809" y="3109832"/>
            <a:ext cx="198919" cy="195335"/>
          </a:xfrm>
          <a:prstGeom prst="rect">
            <a:avLst/>
          </a:prstGeom>
        </p:spPr>
      </p:pic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8D25F46-C81A-746A-50F8-FB1C968464D4}"/>
              </a:ext>
            </a:extLst>
          </p:cNvPr>
          <p:cNvGrpSpPr/>
          <p:nvPr/>
        </p:nvGrpSpPr>
        <p:grpSpPr>
          <a:xfrm>
            <a:off x="2950326" y="4607374"/>
            <a:ext cx="686327" cy="670432"/>
            <a:chOff x="2307218" y="2484284"/>
            <a:chExt cx="686327" cy="670432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5BBA2EA-CF61-0A77-8808-E0A28893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07218" y="2711716"/>
              <a:ext cx="511431" cy="443000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34655857-CA98-8D54-CB61-37BD04B4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645000" y="2764473"/>
              <a:ext cx="149626" cy="149626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63BCEB8-8D1C-3113-A3F9-BED90C7EF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94626" y="2802589"/>
              <a:ext cx="198919" cy="195335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E1E805A9-BC69-DCB7-FD54-165D9C2D39AB}"/>
                </a:ext>
              </a:extLst>
            </p:cNvPr>
            <p:cNvGrpSpPr/>
            <p:nvPr/>
          </p:nvGrpSpPr>
          <p:grpSpPr>
            <a:xfrm rot="559622">
              <a:off x="2419345" y="2524064"/>
              <a:ext cx="418250" cy="147871"/>
              <a:chOff x="3664801" y="2485737"/>
              <a:chExt cx="418250" cy="147871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E2B0FB8C-CFBE-3CF2-DF58-87A9B70307E4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0D04E791-E34D-90D4-BD3F-3E52106B6D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AD930E0F-7A80-E3DA-61D5-E1C2FDC75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9" name="Grafik 48">
                  <a:extLst>
                    <a:ext uri="{FF2B5EF4-FFF2-40B4-BE49-F238E27FC236}">
                      <a16:creationId xmlns:a16="http://schemas.microsoft.com/office/drawing/2014/main" id="{B5A154C8-2E67-F855-7F61-6BC88CB9F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51" name="Grafik 50">
                  <a:extLst>
                    <a:ext uri="{FF2B5EF4-FFF2-40B4-BE49-F238E27FC236}">
                      <a16:creationId xmlns:a16="http://schemas.microsoft.com/office/drawing/2014/main" id="{23B98640-4E4A-8C2E-BFDB-C4CB5CA2C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BE3847BB-2E30-97B2-FBE6-E057D35DD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349" y="2484284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8646" y="4293542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62663" y="5552103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Processing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707261" y="4591309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52825" y="4193357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39725" y="3962776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7831" y="5463571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Transmitting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494F2B1B-BE37-F265-E01C-55955673925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68411" y="4193356"/>
            <a:ext cx="2177884" cy="1101507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021F0CD-6289-D2E5-02B3-40C8BD41C766}"/>
              </a:ext>
            </a:extLst>
          </p:cNvPr>
          <p:cNvGrpSpPr/>
          <p:nvPr/>
        </p:nvGrpSpPr>
        <p:grpSpPr>
          <a:xfrm>
            <a:off x="8069572" y="4591309"/>
            <a:ext cx="686327" cy="701282"/>
            <a:chOff x="8062071" y="3642118"/>
            <a:chExt cx="686327" cy="701282"/>
          </a:xfrm>
        </p:grpSpPr>
        <p:pic>
          <p:nvPicPr>
            <p:cNvPr id="128" name="Grafik 127">
              <a:extLst>
                <a:ext uri="{FF2B5EF4-FFF2-40B4-BE49-F238E27FC236}">
                  <a16:creationId xmlns:a16="http://schemas.microsoft.com/office/drawing/2014/main" id="{1082E7CE-26E0-691B-1E14-E9F89BDC5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30" name="Grafik 129">
              <a:extLst>
                <a:ext uri="{FF2B5EF4-FFF2-40B4-BE49-F238E27FC236}">
                  <a16:creationId xmlns:a16="http://schemas.microsoft.com/office/drawing/2014/main" id="{50CD65C5-3114-9903-B6C3-26096636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0A002F32-970D-F126-34F2-FCB345819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3CB59501-75AA-0A15-27F0-EE2826AB8F7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FF3CEF8B-2450-D8CF-C9B0-15868AFB0428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35" name="Gruppieren 134">
                <a:extLst>
                  <a:ext uri="{FF2B5EF4-FFF2-40B4-BE49-F238E27FC236}">
                    <a16:creationId xmlns:a16="http://schemas.microsoft.com/office/drawing/2014/main" id="{17DD7458-8DBB-DE33-A0E4-5CA67BD2CF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36" name="Grafik 135">
                  <a:extLst>
                    <a:ext uri="{FF2B5EF4-FFF2-40B4-BE49-F238E27FC236}">
                      <a16:creationId xmlns:a16="http://schemas.microsoft.com/office/drawing/2014/main" id="{8D17594E-F078-9E9B-8EEC-78EEDC725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37" name="Grafik 136">
                  <a:extLst>
                    <a:ext uri="{FF2B5EF4-FFF2-40B4-BE49-F238E27FC236}">
                      <a16:creationId xmlns:a16="http://schemas.microsoft.com/office/drawing/2014/main" id="{5E07E1EE-59E6-C9B3-322B-0B42B31F71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38" name="Grafik 137">
                  <a:extLst>
                    <a:ext uri="{FF2B5EF4-FFF2-40B4-BE49-F238E27FC236}">
                      <a16:creationId xmlns:a16="http://schemas.microsoft.com/office/drawing/2014/main" id="{3EEC51E6-63CF-0222-72A9-756981111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104D138B-ABDF-D4D4-76B7-EE1F7B980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236" name="Textfeld 235">
            <a:extLst>
              <a:ext uri="{FF2B5EF4-FFF2-40B4-BE49-F238E27FC236}">
                <a16:creationId xmlns:a16="http://schemas.microsoft.com/office/drawing/2014/main" id="{5EC31F2F-34B1-0D03-29A1-66D6EE2CD159}"/>
              </a:ext>
            </a:extLst>
          </p:cNvPr>
          <p:cNvSpPr txBox="1"/>
          <p:nvPr/>
        </p:nvSpPr>
        <p:spPr>
          <a:xfrm>
            <a:off x="9070670" y="5516341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Storing</a:t>
            </a:r>
          </a:p>
          <a:p>
            <a:r>
              <a:rPr lang="en-US" sz="800" noProof="0" dirty="0"/>
              <a:t>- </a:t>
            </a:r>
          </a:p>
        </p:txBody>
      </p:sp>
      <p:sp>
        <p:nvSpPr>
          <p:cNvPr id="237" name="Freihandform: Form 236">
            <a:extLst>
              <a:ext uri="{FF2B5EF4-FFF2-40B4-BE49-F238E27FC236}">
                <a16:creationId xmlns:a16="http://schemas.microsoft.com/office/drawing/2014/main" id="{AB311C6C-26C2-84AC-EED6-85C9C76D61A8}"/>
              </a:ext>
            </a:extLst>
          </p:cNvPr>
          <p:cNvSpPr/>
          <p:nvPr/>
        </p:nvSpPr>
        <p:spPr>
          <a:xfrm>
            <a:off x="312598" y="3350692"/>
            <a:ext cx="3934130" cy="1889784"/>
          </a:xfrm>
          <a:custGeom>
            <a:avLst/>
            <a:gdLst>
              <a:gd name="connsiteX0" fmla="*/ 3383102 w 3588842"/>
              <a:gd name="connsiteY0" fmla="*/ 0 h 1380093"/>
              <a:gd name="connsiteX1" fmla="*/ 3482162 w 3588842"/>
              <a:gd name="connsiteY1" fmla="*/ 22860 h 1380093"/>
              <a:gd name="connsiteX2" fmla="*/ 3588842 w 3588842"/>
              <a:gd name="connsiteY2" fmla="*/ 144780 h 1380093"/>
              <a:gd name="connsiteX3" fmla="*/ 3527882 w 3588842"/>
              <a:gd name="connsiteY3" fmla="*/ 266700 h 1380093"/>
              <a:gd name="connsiteX4" fmla="*/ 3436442 w 3588842"/>
              <a:gd name="connsiteY4" fmla="*/ 312420 h 1380093"/>
              <a:gd name="connsiteX5" fmla="*/ 3345002 w 3588842"/>
              <a:gd name="connsiteY5" fmla="*/ 365760 h 1380093"/>
              <a:gd name="connsiteX6" fmla="*/ 2918282 w 3588842"/>
              <a:gd name="connsiteY6" fmla="*/ 419100 h 1380093"/>
              <a:gd name="connsiteX7" fmla="*/ 1950542 w 3588842"/>
              <a:gd name="connsiteY7" fmla="*/ 312420 h 1380093"/>
              <a:gd name="connsiteX8" fmla="*/ 1721942 w 3588842"/>
              <a:gd name="connsiteY8" fmla="*/ 198120 h 1380093"/>
              <a:gd name="connsiteX9" fmla="*/ 1417142 w 3588842"/>
              <a:gd name="connsiteY9" fmla="*/ 137160 h 1380093"/>
              <a:gd name="connsiteX10" fmla="*/ 1279982 w 3588842"/>
              <a:gd name="connsiteY10" fmla="*/ 167640 h 1380093"/>
              <a:gd name="connsiteX11" fmla="*/ 1188542 w 3588842"/>
              <a:gd name="connsiteY11" fmla="*/ 190500 h 1380093"/>
              <a:gd name="connsiteX12" fmla="*/ 1135202 w 3588842"/>
              <a:gd name="connsiteY12" fmla="*/ 205740 h 1380093"/>
              <a:gd name="connsiteX13" fmla="*/ 1074242 w 3588842"/>
              <a:gd name="connsiteY13" fmla="*/ 236220 h 1380093"/>
              <a:gd name="connsiteX14" fmla="*/ 1020902 w 3588842"/>
              <a:gd name="connsiteY14" fmla="*/ 266700 h 1380093"/>
              <a:gd name="connsiteX15" fmla="*/ 883742 w 3588842"/>
              <a:gd name="connsiteY15" fmla="*/ 320040 h 1380093"/>
              <a:gd name="connsiteX16" fmla="*/ 815162 w 3588842"/>
              <a:gd name="connsiteY16" fmla="*/ 342900 h 1380093"/>
              <a:gd name="connsiteX17" fmla="*/ 586562 w 3588842"/>
              <a:gd name="connsiteY17" fmla="*/ 373380 h 1380093"/>
              <a:gd name="connsiteX18" fmla="*/ 533222 w 3588842"/>
              <a:gd name="connsiteY18" fmla="*/ 388620 h 1380093"/>
              <a:gd name="connsiteX19" fmla="*/ 457022 w 3588842"/>
              <a:gd name="connsiteY19" fmla="*/ 419100 h 1380093"/>
              <a:gd name="connsiteX20" fmla="*/ 426542 w 3588842"/>
              <a:gd name="connsiteY20" fmla="*/ 434340 h 1380093"/>
              <a:gd name="connsiteX21" fmla="*/ 373202 w 3588842"/>
              <a:gd name="connsiteY21" fmla="*/ 457200 h 1380093"/>
              <a:gd name="connsiteX22" fmla="*/ 297002 w 3588842"/>
              <a:gd name="connsiteY22" fmla="*/ 495300 h 1380093"/>
              <a:gd name="connsiteX23" fmla="*/ 213182 w 3588842"/>
              <a:gd name="connsiteY23" fmla="*/ 556260 h 1380093"/>
              <a:gd name="connsiteX24" fmla="*/ 197942 w 3588842"/>
              <a:gd name="connsiteY24" fmla="*/ 586740 h 1380093"/>
              <a:gd name="connsiteX25" fmla="*/ 167462 w 3588842"/>
              <a:gd name="connsiteY25" fmla="*/ 609600 h 1380093"/>
              <a:gd name="connsiteX26" fmla="*/ 144602 w 3588842"/>
              <a:gd name="connsiteY26" fmla="*/ 632460 h 1380093"/>
              <a:gd name="connsiteX27" fmla="*/ 83642 w 3588842"/>
              <a:gd name="connsiteY27" fmla="*/ 708660 h 1380093"/>
              <a:gd name="connsiteX28" fmla="*/ 22682 w 3588842"/>
              <a:gd name="connsiteY28" fmla="*/ 792480 h 1380093"/>
              <a:gd name="connsiteX29" fmla="*/ 37922 w 3588842"/>
              <a:gd name="connsiteY29" fmla="*/ 1242060 h 1380093"/>
              <a:gd name="connsiteX30" fmla="*/ 76022 w 3588842"/>
              <a:gd name="connsiteY30" fmla="*/ 1318260 h 1380093"/>
              <a:gd name="connsiteX31" fmla="*/ 98882 w 3588842"/>
              <a:gd name="connsiteY31" fmla="*/ 1333500 h 1380093"/>
              <a:gd name="connsiteX32" fmla="*/ 152222 w 3588842"/>
              <a:gd name="connsiteY32" fmla="*/ 1371600 h 1380093"/>
              <a:gd name="connsiteX33" fmla="*/ 205562 w 3588842"/>
              <a:gd name="connsiteY33" fmla="*/ 1379220 h 1380093"/>
              <a:gd name="connsiteX34" fmla="*/ 388442 w 3588842"/>
              <a:gd name="connsiteY34" fmla="*/ 1379220 h 138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588842" h="1380093">
                <a:moveTo>
                  <a:pt x="3383102" y="0"/>
                </a:moveTo>
                <a:cubicBezTo>
                  <a:pt x="3416122" y="7620"/>
                  <a:pt x="3451852" y="7705"/>
                  <a:pt x="3482162" y="22860"/>
                </a:cubicBezTo>
                <a:cubicBezTo>
                  <a:pt x="3538075" y="50816"/>
                  <a:pt x="3558487" y="96212"/>
                  <a:pt x="3588842" y="144780"/>
                </a:cubicBezTo>
                <a:cubicBezTo>
                  <a:pt x="3568522" y="185420"/>
                  <a:pt x="3558446" y="233079"/>
                  <a:pt x="3527882" y="266700"/>
                </a:cubicBezTo>
                <a:cubicBezTo>
                  <a:pt x="3504959" y="291915"/>
                  <a:pt x="3466406" y="296189"/>
                  <a:pt x="3436442" y="312420"/>
                </a:cubicBezTo>
                <a:cubicBezTo>
                  <a:pt x="3405415" y="329227"/>
                  <a:pt x="3378081" y="353474"/>
                  <a:pt x="3345002" y="365760"/>
                </a:cubicBezTo>
                <a:cubicBezTo>
                  <a:pt x="3171699" y="430130"/>
                  <a:pt x="3114667" y="413149"/>
                  <a:pt x="2918282" y="419100"/>
                </a:cubicBezTo>
                <a:cubicBezTo>
                  <a:pt x="2499608" y="403594"/>
                  <a:pt x="2315392" y="437237"/>
                  <a:pt x="1950542" y="312420"/>
                </a:cubicBezTo>
                <a:cubicBezTo>
                  <a:pt x="1869934" y="284844"/>
                  <a:pt x="1801598" y="228334"/>
                  <a:pt x="1721942" y="198120"/>
                </a:cubicBezTo>
                <a:cubicBezTo>
                  <a:pt x="1585089" y="146210"/>
                  <a:pt x="1537338" y="147176"/>
                  <a:pt x="1417142" y="137160"/>
                </a:cubicBezTo>
                <a:cubicBezTo>
                  <a:pt x="1316209" y="149777"/>
                  <a:pt x="1393485" y="136685"/>
                  <a:pt x="1279982" y="167640"/>
                </a:cubicBezTo>
                <a:cubicBezTo>
                  <a:pt x="1249671" y="175907"/>
                  <a:pt x="1218926" y="182504"/>
                  <a:pt x="1188542" y="190500"/>
                </a:cubicBezTo>
                <a:cubicBezTo>
                  <a:pt x="1170659" y="195206"/>
                  <a:pt x="1152982" y="200660"/>
                  <a:pt x="1135202" y="205740"/>
                </a:cubicBezTo>
                <a:cubicBezTo>
                  <a:pt x="1082240" y="241048"/>
                  <a:pt x="1148807" y="198938"/>
                  <a:pt x="1074242" y="236220"/>
                </a:cubicBezTo>
                <a:cubicBezTo>
                  <a:pt x="1055926" y="245378"/>
                  <a:pt x="1039218" y="257542"/>
                  <a:pt x="1020902" y="266700"/>
                </a:cubicBezTo>
                <a:cubicBezTo>
                  <a:pt x="960502" y="296900"/>
                  <a:pt x="946965" y="298966"/>
                  <a:pt x="883742" y="320040"/>
                </a:cubicBezTo>
                <a:cubicBezTo>
                  <a:pt x="860882" y="327660"/>
                  <a:pt x="839087" y="340029"/>
                  <a:pt x="815162" y="342900"/>
                </a:cubicBezTo>
                <a:cubicBezTo>
                  <a:pt x="803274" y="344327"/>
                  <a:pt x="648601" y="357870"/>
                  <a:pt x="586562" y="373380"/>
                </a:cubicBezTo>
                <a:cubicBezTo>
                  <a:pt x="568623" y="377865"/>
                  <a:pt x="551002" y="383540"/>
                  <a:pt x="533222" y="388620"/>
                </a:cubicBezTo>
                <a:cubicBezTo>
                  <a:pt x="453928" y="436197"/>
                  <a:pt x="535957" y="392788"/>
                  <a:pt x="457022" y="419100"/>
                </a:cubicBezTo>
                <a:cubicBezTo>
                  <a:pt x="446246" y="422692"/>
                  <a:pt x="436883" y="429640"/>
                  <a:pt x="426542" y="434340"/>
                </a:cubicBezTo>
                <a:cubicBezTo>
                  <a:pt x="408932" y="442345"/>
                  <a:pt x="390705" y="448963"/>
                  <a:pt x="373202" y="457200"/>
                </a:cubicBezTo>
                <a:cubicBezTo>
                  <a:pt x="347507" y="469292"/>
                  <a:pt x="317082" y="475220"/>
                  <a:pt x="297002" y="495300"/>
                </a:cubicBezTo>
                <a:cubicBezTo>
                  <a:pt x="246854" y="545448"/>
                  <a:pt x="274966" y="525368"/>
                  <a:pt x="213182" y="556260"/>
                </a:cubicBezTo>
                <a:cubicBezTo>
                  <a:pt x="208102" y="566420"/>
                  <a:pt x="205334" y="578115"/>
                  <a:pt x="197942" y="586740"/>
                </a:cubicBezTo>
                <a:cubicBezTo>
                  <a:pt x="189677" y="596383"/>
                  <a:pt x="177105" y="601335"/>
                  <a:pt x="167462" y="609600"/>
                </a:cubicBezTo>
                <a:cubicBezTo>
                  <a:pt x="159280" y="616613"/>
                  <a:pt x="151563" y="624234"/>
                  <a:pt x="144602" y="632460"/>
                </a:cubicBezTo>
                <a:cubicBezTo>
                  <a:pt x="123591" y="657291"/>
                  <a:pt x="104154" y="683415"/>
                  <a:pt x="83642" y="708660"/>
                </a:cubicBezTo>
                <a:cubicBezTo>
                  <a:pt x="32702" y="771356"/>
                  <a:pt x="58256" y="733190"/>
                  <a:pt x="22682" y="792480"/>
                </a:cubicBezTo>
                <a:cubicBezTo>
                  <a:pt x="-17892" y="954775"/>
                  <a:pt x="1414" y="864813"/>
                  <a:pt x="37922" y="1242060"/>
                </a:cubicBezTo>
                <a:cubicBezTo>
                  <a:pt x="38764" y="1250765"/>
                  <a:pt x="62184" y="1304422"/>
                  <a:pt x="76022" y="1318260"/>
                </a:cubicBezTo>
                <a:cubicBezTo>
                  <a:pt x="82498" y="1324736"/>
                  <a:pt x="91430" y="1328177"/>
                  <a:pt x="98882" y="1333500"/>
                </a:cubicBezTo>
                <a:cubicBezTo>
                  <a:pt x="98921" y="1333528"/>
                  <a:pt x="146030" y="1369742"/>
                  <a:pt x="152222" y="1371600"/>
                </a:cubicBezTo>
                <a:cubicBezTo>
                  <a:pt x="169425" y="1376761"/>
                  <a:pt x="187611" y="1378641"/>
                  <a:pt x="205562" y="1379220"/>
                </a:cubicBezTo>
                <a:cubicBezTo>
                  <a:pt x="266490" y="1381185"/>
                  <a:pt x="327482" y="1379220"/>
                  <a:pt x="388442" y="137922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21261" y="4858251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Grafik 239">
            <a:extLst>
              <a:ext uri="{FF2B5EF4-FFF2-40B4-BE49-F238E27FC236}">
                <a16:creationId xmlns:a16="http://schemas.microsoft.com/office/drawing/2014/main" id="{56AC3BD0-F28F-FB2F-1866-C2DCA465953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4658" y="4914895"/>
            <a:ext cx="1128101" cy="1057595"/>
          </a:xfrm>
          <a:prstGeom prst="rect">
            <a:avLst/>
          </a:prstGeom>
        </p:spPr>
      </p:pic>
      <p:sp>
        <p:nvSpPr>
          <p:cNvPr id="241" name="Textfeld 240">
            <a:extLst>
              <a:ext uri="{FF2B5EF4-FFF2-40B4-BE49-F238E27FC236}">
                <a16:creationId xmlns:a16="http://schemas.microsoft.com/office/drawing/2014/main" id="{DC5C8D22-15D9-0218-311C-FBE58CE3C320}"/>
              </a:ext>
            </a:extLst>
          </p:cNvPr>
          <p:cNvSpPr txBox="1"/>
          <p:nvPr/>
        </p:nvSpPr>
        <p:spPr>
          <a:xfrm>
            <a:off x="10824658" y="6016402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Serving</a:t>
            </a:r>
          </a:p>
          <a:p>
            <a:r>
              <a:rPr lang="en-US" sz="800" noProof="0" dirty="0"/>
              <a:t>- </a:t>
            </a:r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DPMDP</a:t>
            </a:r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20773" y="3310980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5FE5353-7A03-06C6-B759-0F725520E30E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#251010</a:t>
            </a:r>
          </a:p>
        </p:txBody>
      </p:sp>
      <p:grpSp>
        <p:nvGrpSpPr>
          <p:cNvPr id="278" name="Gruppieren 277">
            <a:extLst>
              <a:ext uri="{FF2B5EF4-FFF2-40B4-BE49-F238E27FC236}">
                <a16:creationId xmlns:a16="http://schemas.microsoft.com/office/drawing/2014/main" id="{27DFDCEA-85B1-1839-6250-1AC8534D65FD}"/>
              </a:ext>
            </a:extLst>
          </p:cNvPr>
          <p:cNvGrpSpPr/>
          <p:nvPr/>
        </p:nvGrpSpPr>
        <p:grpSpPr>
          <a:xfrm>
            <a:off x="9588717" y="4864481"/>
            <a:ext cx="668381" cy="349898"/>
            <a:chOff x="8062071" y="3642118"/>
            <a:chExt cx="686327" cy="701282"/>
          </a:xfrm>
        </p:grpSpPr>
        <p:pic>
          <p:nvPicPr>
            <p:cNvPr id="279" name="Grafik 278">
              <a:extLst>
                <a:ext uri="{FF2B5EF4-FFF2-40B4-BE49-F238E27FC236}">
                  <a16:creationId xmlns:a16="http://schemas.microsoft.com/office/drawing/2014/main" id="{91F45DE1-1A8C-E086-B69F-83C2EAA6F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80" name="Grafik 279">
              <a:extLst>
                <a:ext uri="{FF2B5EF4-FFF2-40B4-BE49-F238E27FC236}">
                  <a16:creationId xmlns:a16="http://schemas.microsoft.com/office/drawing/2014/main" id="{D459C27A-EA24-833E-6995-AA2EE3D3D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81" name="Grafik 280">
              <a:extLst>
                <a:ext uri="{FF2B5EF4-FFF2-40B4-BE49-F238E27FC236}">
                  <a16:creationId xmlns:a16="http://schemas.microsoft.com/office/drawing/2014/main" id="{011FD604-74EA-E458-C1CC-DC0B66145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82" name="Gruppieren 281">
              <a:extLst>
                <a:ext uri="{FF2B5EF4-FFF2-40B4-BE49-F238E27FC236}">
                  <a16:creationId xmlns:a16="http://schemas.microsoft.com/office/drawing/2014/main" id="{0A2A0F2F-6AAD-C197-A257-C493BFD1CFD1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87" name="Rechteck 286">
                <a:extLst>
                  <a:ext uri="{FF2B5EF4-FFF2-40B4-BE49-F238E27FC236}">
                    <a16:creationId xmlns:a16="http://schemas.microsoft.com/office/drawing/2014/main" id="{6CC7CCD2-159C-CC3C-081D-6861B6DFCF61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88" name="Gruppieren 287">
                <a:extLst>
                  <a:ext uri="{FF2B5EF4-FFF2-40B4-BE49-F238E27FC236}">
                    <a16:creationId xmlns:a16="http://schemas.microsoft.com/office/drawing/2014/main" id="{7EE50997-00EF-A80B-4D01-88E8F8CE47D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89" name="Grafik 288">
                  <a:extLst>
                    <a:ext uri="{FF2B5EF4-FFF2-40B4-BE49-F238E27FC236}">
                      <a16:creationId xmlns:a16="http://schemas.microsoft.com/office/drawing/2014/main" id="{503D6310-515B-A4AC-A439-74B79BC94C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90" name="Grafik 289">
                  <a:extLst>
                    <a:ext uri="{FF2B5EF4-FFF2-40B4-BE49-F238E27FC236}">
                      <a16:creationId xmlns:a16="http://schemas.microsoft.com/office/drawing/2014/main" id="{DDB3B35E-6F2F-CBC3-D17D-FD5FF4898A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91" name="Grafik 290">
                  <a:extLst>
                    <a:ext uri="{FF2B5EF4-FFF2-40B4-BE49-F238E27FC236}">
                      <a16:creationId xmlns:a16="http://schemas.microsoft.com/office/drawing/2014/main" id="{EAD417FB-ABF5-8A96-EC91-8C9EAFCFCA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83" name="Gerader Verbinder 282">
              <a:extLst>
                <a:ext uri="{FF2B5EF4-FFF2-40B4-BE49-F238E27FC236}">
                  <a16:creationId xmlns:a16="http://schemas.microsoft.com/office/drawing/2014/main" id="{73107B48-296E-58A3-FB5C-5121CFE8FC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84" name="Grafik 283">
              <a:extLst>
                <a:ext uri="{FF2B5EF4-FFF2-40B4-BE49-F238E27FC236}">
                  <a16:creationId xmlns:a16="http://schemas.microsoft.com/office/drawing/2014/main" id="{2B9F914F-1D95-CDFF-47D9-3E2F69C46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85" name="Grafik 284">
              <a:extLst>
                <a:ext uri="{FF2B5EF4-FFF2-40B4-BE49-F238E27FC236}">
                  <a16:creationId xmlns:a16="http://schemas.microsoft.com/office/drawing/2014/main" id="{42C8CA8C-EB37-6123-8878-576264987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86" name="Grafik 285">
              <a:extLst>
                <a:ext uri="{FF2B5EF4-FFF2-40B4-BE49-F238E27FC236}">
                  <a16:creationId xmlns:a16="http://schemas.microsoft.com/office/drawing/2014/main" id="{FBDC426B-6465-A398-B82C-E4A613665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6013D0DD-FD1F-3FCF-E8DF-D4A70A84A8F7}"/>
              </a:ext>
            </a:extLst>
          </p:cNvPr>
          <p:cNvGrpSpPr/>
          <p:nvPr/>
        </p:nvGrpSpPr>
        <p:grpSpPr>
          <a:xfrm>
            <a:off x="9679474" y="4839599"/>
            <a:ext cx="668381" cy="349898"/>
            <a:chOff x="8062071" y="3642118"/>
            <a:chExt cx="686327" cy="701282"/>
          </a:xfrm>
        </p:grpSpPr>
        <p:pic>
          <p:nvPicPr>
            <p:cNvPr id="293" name="Grafik 292">
              <a:extLst>
                <a:ext uri="{FF2B5EF4-FFF2-40B4-BE49-F238E27FC236}">
                  <a16:creationId xmlns:a16="http://schemas.microsoft.com/office/drawing/2014/main" id="{DC8A7F22-3499-0D42-EA9A-2447C86A1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94" name="Grafik 293">
              <a:extLst>
                <a:ext uri="{FF2B5EF4-FFF2-40B4-BE49-F238E27FC236}">
                  <a16:creationId xmlns:a16="http://schemas.microsoft.com/office/drawing/2014/main" id="{217EF5C3-3B19-112C-32C3-A0A0EAF81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95" name="Grafik 294">
              <a:extLst>
                <a:ext uri="{FF2B5EF4-FFF2-40B4-BE49-F238E27FC236}">
                  <a16:creationId xmlns:a16="http://schemas.microsoft.com/office/drawing/2014/main" id="{1B0B6159-B1AC-DDDE-FE38-D0AF22D20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96" name="Gruppieren 295">
              <a:extLst>
                <a:ext uri="{FF2B5EF4-FFF2-40B4-BE49-F238E27FC236}">
                  <a16:creationId xmlns:a16="http://schemas.microsoft.com/office/drawing/2014/main" id="{6C8CE4FB-4EE2-0864-825D-C5D674B57E52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01" name="Rechteck 300">
                <a:extLst>
                  <a:ext uri="{FF2B5EF4-FFF2-40B4-BE49-F238E27FC236}">
                    <a16:creationId xmlns:a16="http://schemas.microsoft.com/office/drawing/2014/main" id="{1896E59B-D01A-2343-84F7-AF04E1BC9541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02" name="Gruppieren 301">
                <a:extLst>
                  <a:ext uri="{FF2B5EF4-FFF2-40B4-BE49-F238E27FC236}">
                    <a16:creationId xmlns:a16="http://schemas.microsoft.com/office/drawing/2014/main" id="{5B62B430-306F-406E-029A-550CBD44F65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03" name="Grafik 302">
                  <a:extLst>
                    <a:ext uri="{FF2B5EF4-FFF2-40B4-BE49-F238E27FC236}">
                      <a16:creationId xmlns:a16="http://schemas.microsoft.com/office/drawing/2014/main" id="{D055327D-7590-1FEE-E8B0-B58B06AD97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04" name="Grafik 303">
                  <a:extLst>
                    <a:ext uri="{FF2B5EF4-FFF2-40B4-BE49-F238E27FC236}">
                      <a16:creationId xmlns:a16="http://schemas.microsoft.com/office/drawing/2014/main" id="{14ADAF74-5B17-46ED-AE22-F83FB2C473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05" name="Grafik 304">
                  <a:extLst>
                    <a:ext uri="{FF2B5EF4-FFF2-40B4-BE49-F238E27FC236}">
                      <a16:creationId xmlns:a16="http://schemas.microsoft.com/office/drawing/2014/main" id="{3551D0FF-99B8-9791-F9F6-DBF68349E3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97" name="Gerader Verbinder 296">
              <a:extLst>
                <a:ext uri="{FF2B5EF4-FFF2-40B4-BE49-F238E27FC236}">
                  <a16:creationId xmlns:a16="http://schemas.microsoft.com/office/drawing/2014/main" id="{71F5336D-4C39-181B-8698-33959DCFD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98" name="Grafik 297">
              <a:extLst>
                <a:ext uri="{FF2B5EF4-FFF2-40B4-BE49-F238E27FC236}">
                  <a16:creationId xmlns:a16="http://schemas.microsoft.com/office/drawing/2014/main" id="{26B4CC5D-8D59-E481-E9A2-FBCAD832A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99" name="Grafik 298">
              <a:extLst>
                <a:ext uri="{FF2B5EF4-FFF2-40B4-BE49-F238E27FC236}">
                  <a16:creationId xmlns:a16="http://schemas.microsoft.com/office/drawing/2014/main" id="{82030A19-F6A2-5EC6-3364-AA6A17C47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00" name="Grafik 299">
              <a:extLst>
                <a:ext uri="{FF2B5EF4-FFF2-40B4-BE49-F238E27FC236}">
                  <a16:creationId xmlns:a16="http://schemas.microsoft.com/office/drawing/2014/main" id="{B3AE5889-2D16-83DF-D0BA-6D62CB0FE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06" name="Gruppieren 305">
            <a:extLst>
              <a:ext uri="{FF2B5EF4-FFF2-40B4-BE49-F238E27FC236}">
                <a16:creationId xmlns:a16="http://schemas.microsoft.com/office/drawing/2014/main" id="{E9D1966E-7457-D701-5C6A-078CBE9537FC}"/>
              </a:ext>
            </a:extLst>
          </p:cNvPr>
          <p:cNvGrpSpPr/>
          <p:nvPr/>
        </p:nvGrpSpPr>
        <p:grpSpPr>
          <a:xfrm>
            <a:off x="9622528" y="4777850"/>
            <a:ext cx="668381" cy="349898"/>
            <a:chOff x="8062071" y="3642118"/>
            <a:chExt cx="686327" cy="701282"/>
          </a:xfrm>
        </p:grpSpPr>
        <p:pic>
          <p:nvPicPr>
            <p:cNvPr id="307" name="Grafik 306">
              <a:extLst>
                <a:ext uri="{FF2B5EF4-FFF2-40B4-BE49-F238E27FC236}">
                  <a16:creationId xmlns:a16="http://schemas.microsoft.com/office/drawing/2014/main" id="{1AFEED63-A984-FB36-FE05-71F8752EE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08" name="Grafik 307">
              <a:extLst>
                <a:ext uri="{FF2B5EF4-FFF2-40B4-BE49-F238E27FC236}">
                  <a16:creationId xmlns:a16="http://schemas.microsoft.com/office/drawing/2014/main" id="{35BC596F-B655-30B6-7520-EC598DAA6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09" name="Grafik 308">
              <a:extLst>
                <a:ext uri="{FF2B5EF4-FFF2-40B4-BE49-F238E27FC236}">
                  <a16:creationId xmlns:a16="http://schemas.microsoft.com/office/drawing/2014/main" id="{7AD0F79F-9C23-BE03-9816-381DC6EBC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10" name="Gruppieren 309">
              <a:extLst>
                <a:ext uri="{FF2B5EF4-FFF2-40B4-BE49-F238E27FC236}">
                  <a16:creationId xmlns:a16="http://schemas.microsoft.com/office/drawing/2014/main" id="{E77AA0B2-37A3-A038-75B8-535500A0BF8A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15" name="Rechteck 314">
                <a:extLst>
                  <a:ext uri="{FF2B5EF4-FFF2-40B4-BE49-F238E27FC236}">
                    <a16:creationId xmlns:a16="http://schemas.microsoft.com/office/drawing/2014/main" id="{0B1BC031-1B6B-B7BE-9C60-052D5CA731E3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16" name="Gruppieren 315">
                <a:extLst>
                  <a:ext uri="{FF2B5EF4-FFF2-40B4-BE49-F238E27FC236}">
                    <a16:creationId xmlns:a16="http://schemas.microsoft.com/office/drawing/2014/main" id="{1EA8DF08-760E-6498-EBF2-6000813D21B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17" name="Grafik 316">
                  <a:extLst>
                    <a:ext uri="{FF2B5EF4-FFF2-40B4-BE49-F238E27FC236}">
                      <a16:creationId xmlns:a16="http://schemas.microsoft.com/office/drawing/2014/main" id="{A74B5CF2-50AA-7355-C89B-A0EEFBAE94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18" name="Grafik 317">
                  <a:extLst>
                    <a:ext uri="{FF2B5EF4-FFF2-40B4-BE49-F238E27FC236}">
                      <a16:creationId xmlns:a16="http://schemas.microsoft.com/office/drawing/2014/main" id="{5CC05A23-BADF-7222-1F8D-580D927485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19" name="Grafik 318">
                  <a:extLst>
                    <a:ext uri="{FF2B5EF4-FFF2-40B4-BE49-F238E27FC236}">
                      <a16:creationId xmlns:a16="http://schemas.microsoft.com/office/drawing/2014/main" id="{015728F0-1CBE-8B09-52C7-7CB1812E2D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11" name="Gerader Verbinder 310">
              <a:extLst>
                <a:ext uri="{FF2B5EF4-FFF2-40B4-BE49-F238E27FC236}">
                  <a16:creationId xmlns:a16="http://schemas.microsoft.com/office/drawing/2014/main" id="{D69E51B7-02CC-77DF-8F79-86605E559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12" name="Grafik 311">
              <a:extLst>
                <a:ext uri="{FF2B5EF4-FFF2-40B4-BE49-F238E27FC236}">
                  <a16:creationId xmlns:a16="http://schemas.microsoft.com/office/drawing/2014/main" id="{A3AEA2B1-EC36-7AD2-98FE-4A48B4A3B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13" name="Grafik 312">
              <a:extLst>
                <a:ext uri="{FF2B5EF4-FFF2-40B4-BE49-F238E27FC236}">
                  <a16:creationId xmlns:a16="http://schemas.microsoft.com/office/drawing/2014/main" id="{DE0D2560-F038-42FB-1281-E72A8E940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14" name="Grafik 313">
              <a:extLst>
                <a:ext uri="{FF2B5EF4-FFF2-40B4-BE49-F238E27FC236}">
                  <a16:creationId xmlns:a16="http://schemas.microsoft.com/office/drawing/2014/main" id="{6880605F-4CB9-D0DE-2495-DD9676EEC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20" name="Gruppieren 319">
            <a:extLst>
              <a:ext uri="{FF2B5EF4-FFF2-40B4-BE49-F238E27FC236}">
                <a16:creationId xmlns:a16="http://schemas.microsoft.com/office/drawing/2014/main" id="{C1C84D2C-7434-7542-BC72-5FADC1E6A8B7}"/>
              </a:ext>
            </a:extLst>
          </p:cNvPr>
          <p:cNvGrpSpPr/>
          <p:nvPr/>
        </p:nvGrpSpPr>
        <p:grpSpPr>
          <a:xfrm>
            <a:off x="9530575" y="4901423"/>
            <a:ext cx="668381" cy="349898"/>
            <a:chOff x="8062071" y="3642118"/>
            <a:chExt cx="686327" cy="701282"/>
          </a:xfrm>
        </p:grpSpPr>
        <p:pic>
          <p:nvPicPr>
            <p:cNvPr id="321" name="Grafik 320">
              <a:extLst>
                <a:ext uri="{FF2B5EF4-FFF2-40B4-BE49-F238E27FC236}">
                  <a16:creationId xmlns:a16="http://schemas.microsoft.com/office/drawing/2014/main" id="{2A9039F2-2628-A27B-8F54-8320F9629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22" name="Grafik 321">
              <a:extLst>
                <a:ext uri="{FF2B5EF4-FFF2-40B4-BE49-F238E27FC236}">
                  <a16:creationId xmlns:a16="http://schemas.microsoft.com/office/drawing/2014/main" id="{50C63B86-E82B-3E81-4496-7B7368F88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23" name="Grafik 322">
              <a:extLst>
                <a:ext uri="{FF2B5EF4-FFF2-40B4-BE49-F238E27FC236}">
                  <a16:creationId xmlns:a16="http://schemas.microsoft.com/office/drawing/2014/main" id="{BEBD2727-CABB-60B2-7F9F-9DA60025C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24" name="Gruppieren 323">
              <a:extLst>
                <a:ext uri="{FF2B5EF4-FFF2-40B4-BE49-F238E27FC236}">
                  <a16:creationId xmlns:a16="http://schemas.microsoft.com/office/drawing/2014/main" id="{41C0B4E9-5CD2-27A0-C423-99F9769E711A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29" name="Rechteck 328">
                <a:extLst>
                  <a:ext uri="{FF2B5EF4-FFF2-40B4-BE49-F238E27FC236}">
                    <a16:creationId xmlns:a16="http://schemas.microsoft.com/office/drawing/2014/main" id="{ABEECB04-A5C1-82BE-9A45-C2A6A1452A86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30" name="Gruppieren 329">
                <a:extLst>
                  <a:ext uri="{FF2B5EF4-FFF2-40B4-BE49-F238E27FC236}">
                    <a16:creationId xmlns:a16="http://schemas.microsoft.com/office/drawing/2014/main" id="{F207313D-3F7C-72C9-4706-19018BDEB51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31" name="Grafik 330">
                  <a:extLst>
                    <a:ext uri="{FF2B5EF4-FFF2-40B4-BE49-F238E27FC236}">
                      <a16:creationId xmlns:a16="http://schemas.microsoft.com/office/drawing/2014/main" id="{C47A53A2-3208-E7CD-53A5-C1C45E580F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32" name="Grafik 331">
                  <a:extLst>
                    <a:ext uri="{FF2B5EF4-FFF2-40B4-BE49-F238E27FC236}">
                      <a16:creationId xmlns:a16="http://schemas.microsoft.com/office/drawing/2014/main" id="{C4EC15D4-39D8-E77D-7CBF-ABF32D7B1C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33" name="Grafik 332">
                  <a:extLst>
                    <a:ext uri="{FF2B5EF4-FFF2-40B4-BE49-F238E27FC236}">
                      <a16:creationId xmlns:a16="http://schemas.microsoft.com/office/drawing/2014/main" id="{13A3E1AD-BA20-A60F-FEF1-F95D620392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25" name="Gerader Verbinder 324">
              <a:extLst>
                <a:ext uri="{FF2B5EF4-FFF2-40B4-BE49-F238E27FC236}">
                  <a16:creationId xmlns:a16="http://schemas.microsoft.com/office/drawing/2014/main" id="{5C34AB76-D7ED-E60F-74C2-08D454F0B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26" name="Grafik 325">
              <a:extLst>
                <a:ext uri="{FF2B5EF4-FFF2-40B4-BE49-F238E27FC236}">
                  <a16:creationId xmlns:a16="http://schemas.microsoft.com/office/drawing/2014/main" id="{A0197CBA-AA9E-57DA-91BC-2F6C7FEDF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27" name="Grafik 326">
              <a:extLst>
                <a:ext uri="{FF2B5EF4-FFF2-40B4-BE49-F238E27FC236}">
                  <a16:creationId xmlns:a16="http://schemas.microsoft.com/office/drawing/2014/main" id="{6431200C-910D-151E-AFE0-48FF459DB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28" name="Grafik 327">
              <a:extLst>
                <a:ext uri="{FF2B5EF4-FFF2-40B4-BE49-F238E27FC236}">
                  <a16:creationId xmlns:a16="http://schemas.microsoft.com/office/drawing/2014/main" id="{17514DB6-26AC-1647-7278-64518B5E6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34" name="Gruppieren 333">
            <a:extLst>
              <a:ext uri="{FF2B5EF4-FFF2-40B4-BE49-F238E27FC236}">
                <a16:creationId xmlns:a16="http://schemas.microsoft.com/office/drawing/2014/main" id="{8DCB719A-2EDF-0B1A-F094-6C198BB90F1D}"/>
              </a:ext>
            </a:extLst>
          </p:cNvPr>
          <p:cNvGrpSpPr/>
          <p:nvPr/>
        </p:nvGrpSpPr>
        <p:grpSpPr>
          <a:xfrm>
            <a:off x="9530575" y="4876541"/>
            <a:ext cx="668381" cy="349898"/>
            <a:chOff x="8062071" y="3642118"/>
            <a:chExt cx="686327" cy="701282"/>
          </a:xfrm>
        </p:grpSpPr>
        <p:pic>
          <p:nvPicPr>
            <p:cNvPr id="335" name="Grafik 334">
              <a:extLst>
                <a:ext uri="{FF2B5EF4-FFF2-40B4-BE49-F238E27FC236}">
                  <a16:creationId xmlns:a16="http://schemas.microsoft.com/office/drawing/2014/main" id="{3D85D449-B483-571A-55B5-03F89FF5B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36" name="Grafik 335">
              <a:extLst>
                <a:ext uri="{FF2B5EF4-FFF2-40B4-BE49-F238E27FC236}">
                  <a16:creationId xmlns:a16="http://schemas.microsoft.com/office/drawing/2014/main" id="{F0751F74-8A24-7D14-5DF9-DB1BD591D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37" name="Grafik 336">
              <a:extLst>
                <a:ext uri="{FF2B5EF4-FFF2-40B4-BE49-F238E27FC236}">
                  <a16:creationId xmlns:a16="http://schemas.microsoft.com/office/drawing/2014/main" id="{FC83E68F-8BFF-5D21-91E7-C2D2EDC57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38" name="Gruppieren 337">
              <a:extLst>
                <a:ext uri="{FF2B5EF4-FFF2-40B4-BE49-F238E27FC236}">
                  <a16:creationId xmlns:a16="http://schemas.microsoft.com/office/drawing/2014/main" id="{D17C135A-003D-BF35-54B0-E5E2B37AD66E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43" name="Rechteck 342">
                <a:extLst>
                  <a:ext uri="{FF2B5EF4-FFF2-40B4-BE49-F238E27FC236}">
                    <a16:creationId xmlns:a16="http://schemas.microsoft.com/office/drawing/2014/main" id="{DDBCF37F-2A5A-39A1-6585-F28B6AA82F5F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44" name="Gruppieren 343">
                <a:extLst>
                  <a:ext uri="{FF2B5EF4-FFF2-40B4-BE49-F238E27FC236}">
                    <a16:creationId xmlns:a16="http://schemas.microsoft.com/office/drawing/2014/main" id="{FC34A069-BC73-8F99-3209-9388681112C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45" name="Grafik 344">
                  <a:extLst>
                    <a:ext uri="{FF2B5EF4-FFF2-40B4-BE49-F238E27FC236}">
                      <a16:creationId xmlns:a16="http://schemas.microsoft.com/office/drawing/2014/main" id="{50A9E3E4-911A-763C-0C95-1401829E7C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46" name="Grafik 345">
                  <a:extLst>
                    <a:ext uri="{FF2B5EF4-FFF2-40B4-BE49-F238E27FC236}">
                      <a16:creationId xmlns:a16="http://schemas.microsoft.com/office/drawing/2014/main" id="{9DDA967B-1E64-5216-E90B-5B40260A1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47" name="Grafik 346">
                  <a:extLst>
                    <a:ext uri="{FF2B5EF4-FFF2-40B4-BE49-F238E27FC236}">
                      <a16:creationId xmlns:a16="http://schemas.microsoft.com/office/drawing/2014/main" id="{963811FF-D4BB-88D6-B051-B1B20C3373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39" name="Gerader Verbinder 338">
              <a:extLst>
                <a:ext uri="{FF2B5EF4-FFF2-40B4-BE49-F238E27FC236}">
                  <a16:creationId xmlns:a16="http://schemas.microsoft.com/office/drawing/2014/main" id="{B51CAB24-D105-0D4C-30CF-58E5CC5A8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40" name="Grafik 339">
              <a:extLst>
                <a:ext uri="{FF2B5EF4-FFF2-40B4-BE49-F238E27FC236}">
                  <a16:creationId xmlns:a16="http://schemas.microsoft.com/office/drawing/2014/main" id="{A4B1E931-F32B-BF07-1B5B-4BC97F0E2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41" name="Grafik 340">
              <a:extLst>
                <a:ext uri="{FF2B5EF4-FFF2-40B4-BE49-F238E27FC236}">
                  <a16:creationId xmlns:a16="http://schemas.microsoft.com/office/drawing/2014/main" id="{73AF962F-B98C-6C64-95C0-11A4DD323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42" name="Grafik 341">
              <a:extLst>
                <a:ext uri="{FF2B5EF4-FFF2-40B4-BE49-F238E27FC236}">
                  <a16:creationId xmlns:a16="http://schemas.microsoft.com/office/drawing/2014/main" id="{4C447166-E01C-D890-A8BC-08286062A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48" name="Gruppieren 347">
            <a:extLst>
              <a:ext uri="{FF2B5EF4-FFF2-40B4-BE49-F238E27FC236}">
                <a16:creationId xmlns:a16="http://schemas.microsoft.com/office/drawing/2014/main" id="{7DC0AA3A-5581-435A-9749-33B89C735740}"/>
              </a:ext>
            </a:extLst>
          </p:cNvPr>
          <p:cNvGrpSpPr/>
          <p:nvPr/>
        </p:nvGrpSpPr>
        <p:grpSpPr>
          <a:xfrm>
            <a:off x="9822867" y="4951186"/>
            <a:ext cx="668381" cy="349898"/>
            <a:chOff x="8062071" y="3642118"/>
            <a:chExt cx="686327" cy="701282"/>
          </a:xfrm>
        </p:grpSpPr>
        <p:pic>
          <p:nvPicPr>
            <p:cNvPr id="349" name="Grafik 348">
              <a:extLst>
                <a:ext uri="{FF2B5EF4-FFF2-40B4-BE49-F238E27FC236}">
                  <a16:creationId xmlns:a16="http://schemas.microsoft.com/office/drawing/2014/main" id="{90C95936-32EC-B05B-6228-577BAA955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50" name="Grafik 349">
              <a:extLst>
                <a:ext uri="{FF2B5EF4-FFF2-40B4-BE49-F238E27FC236}">
                  <a16:creationId xmlns:a16="http://schemas.microsoft.com/office/drawing/2014/main" id="{8F7485C2-C991-F850-5785-72C32996B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51" name="Grafik 350">
              <a:extLst>
                <a:ext uri="{FF2B5EF4-FFF2-40B4-BE49-F238E27FC236}">
                  <a16:creationId xmlns:a16="http://schemas.microsoft.com/office/drawing/2014/main" id="{4A736EA8-1D44-E28A-99D3-7C2B1258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52" name="Gruppieren 351">
              <a:extLst>
                <a:ext uri="{FF2B5EF4-FFF2-40B4-BE49-F238E27FC236}">
                  <a16:creationId xmlns:a16="http://schemas.microsoft.com/office/drawing/2014/main" id="{73CA46BD-F227-6298-3529-1C9C7EADE8AA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57" name="Rechteck 356">
                <a:extLst>
                  <a:ext uri="{FF2B5EF4-FFF2-40B4-BE49-F238E27FC236}">
                    <a16:creationId xmlns:a16="http://schemas.microsoft.com/office/drawing/2014/main" id="{AE874A13-BDFA-82DF-28E6-7906A41B71A7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58" name="Gruppieren 357">
                <a:extLst>
                  <a:ext uri="{FF2B5EF4-FFF2-40B4-BE49-F238E27FC236}">
                    <a16:creationId xmlns:a16="http://schemas.microsoft.com/office/drawing/2014/main" id="{435C024A-FBCB-1224-891B-E64E7DA73A5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59" name="Grafik 358">
                  <a:extLst>
                    <a:ext uri="{FF2B5EF4-FFF2-40B4-BE49-F238E27FC236}">
                      <a16:creationId xmlns:a16="http://schemas.microsoft.com/office/drawing/2014/main" id="{1D173095-0A9F-768E-E4B3-CC8F9437FB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60" name="Grafik 359">
                  <a:extLst>
                    <a:ext uri="{FF2B5EF4-FFF2-40B4-BE49-F238E27FC236}">
                      <a16:creationId xmlns:a16="http://schemas.microsoft.com/office/drawing/2014/main" id="{6D2EE528-9732-497B-4902-415C42FB2F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61" name="Grafik 360">
                  <a:extLst>
                    <a:ext uri="{FF2B5EF4-FFF2-40B4-BE49-F238E27FC236}">
                      <a16:creationId xmlns:a16="http://schemas.microsoft.com/office/drawing/2014/main" id="{272C2814-67B3-B4B4-331D-909F64E7FC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53" name="Gerader Verbinder 352">
              <a:extLst>
                <a:ext uri="{FF2B5EF4-FFF2-40B4-BE49-F238E27FC236}">
                  <a16:creationId xmlns:a16="http://schemas.microsoft.com/office/drawing/2014/main" id="{BF2B9CD6-6BCE-E9B1-EF12-C8F75AF6BC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54" name="Grafik 353">
              <a:extLst>
                <a:ext uri="{FF2B5EF4-FFF2-40B4-BE49-F238E27FC236}">
                  <a16:creationId xmlns:a16="http://schemas.microsoft.com/office/drawing/2014/main" id="{CFF10755-038C-1C29-4291-15760885A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55" name="Grafik 354">
              <a:extLst>
                <a:ext uri="{FF2B5EF4-FFF2-40B4-BE49-F238E27FC236}">
                  <a16:creationId xmlns:a16="http://schemas.microsoft.com/office/drawing/2014/main" id="{156C8ACF-6740-4308-815C-41128BEFF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56" name="Grafik 355">
              <a:extLst>
                <a:ext uri="{FF2B5EF4-FFF2-40B4-BE49-F238E27FC236}">
                  <a16:creationId xmlns:a16="http://schemas.microsoft.com/office/drawing/2014/main" id="{78FCCE5D-E6FA-F764-21CA-0917D2406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62" name="Gruppieren 361">
            <a:extLst>
              <a:ext uri="{FF2B5EF4-FFF2-40B4-BE49-F238E27FC236}">
                <a16:creationId xmlns:a16="http://schemas.microsoft.com/office/drawing/2014/main" id="{8EC93A47-8DBC-6CEA-A9AC-6A0AFD5408B3}"/>
              </a:ext>
            </a:extLst>
          </p:cNvPr>
          <p:cNvGrpSpPr/>
          <p:nvPr/>
        </p:nvGrpSpPr>
        <p:grpSpPr>
          <a:xfrm>
            <a:off x="9822867" y="4777015"/>
            <a:ext cx="668381" cy="349898"/>
            <a:chOff x="8062071" y="3642118"/>
            <a:chExt cx="686327" cy="701282"/>
          </a:xfrm>
        </p:grpSpPr>
        <p:pic>
          <p:nvPicPr>
            <p:cNvPr id="363" name="Grafik 362">
              <a:extLst>
                <a:ext uri="{FF2B5EF4-FFF2-40B4-BE49-F238E27FC236}">
                  <a16:creationId xmlns:a16="http://schemas.microsoft.com/office/drawing/2014/main" id="{299DF8AF-0C82-5503-132D-8BF3F2689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64" name="Grafik 363">
              <a:extLst>
                <a:ext uri="{FF2B5EF4-FFF2-40B4-BE49-F238E27FC236}">
                  <a16:creationId xmlns:a16="http://schemas.microsoft.com/office/drawing/2014/main" id="{B148A30B-18C0-D573-5D51-D35DE5CA5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65" name="Grafik 364">
              <a:extLst>
                <a:ext uri="{FF2B5EF4-FFF2-40B4-BE49-F238E27FC236}">
                  <a16:creationId xmlns:a16="http://schemas.microsoft.com/office/drawing/2014/main" id="{24A5EA58-8251-3495-D310-03B9CDAD2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66" name="Gruppieren 365">
              <a:extLst>
                <a:ext uri="{FF2B5EF4-FFF2-40B4-BE49-F238E27FC236}">
                  <a16:creationId xmlns:a16="http://schemas.microsoft.com/office/drawing/2014/main" id="{3CDC7CA3-E117-71B6-FAE7-693EDCB018FE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71" name="Rechteck 370">
                <a:extLst>
                  <a:ext uri="{FF2B5EF4-FFF2-40B4-BE49-F238E27FC236}">
                    <a16:creationId xmlns:a16="http://schemas.microsoft.com/office/drawing/2014/main" id="{40E49265-4C6A-587F-407E-4739767CBA4A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72" name="Gruppieren 371">
                <a:extLst>
                  <a:ext uri="{FF2B5EF4-FFF2-40B4-BE49-F238E27FC236}">
                    <a16:creationId xmlns:a16="http://schemas.microsoft.com/office/drawing/2014/main" id="{71EB9A3D-B4F2-9455-9505-E349AAA124A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73" name="Grafik 372">
                  <a:extLst>
                    <a:ext uri="{FF2B5EF4-FFF2-40B4-BE49-F238E27FC236}">
                      <a16:creationId xmlns:a16="http://schemas.microsoft.com/office/drawing/2014/main" id="{88490889-6EFB-1C32-4D07-5D865F2EE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74" name="Grafik 373">
                  <a:extLst>
                    <a:ext uri="{FF2B5EF4-FFF2-40B4-BE49-F238E27FC236}">
                      <a16:creationId xmlns:a16="http://schemas.microsoft.com/office/drawing/2014/main" id="{0B88C512-E8C7-18BB-5773-BF06291F3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75" name="Grafik 374">
                  <a:extLst>
                    <a:ext uri="{FF2B5EF4-FFF2-40B4-BE49-F238E27FC236}">
                      <a16:creationId xmlns:a16="http://schemas.microsoft.com/office/drawing/2014/main" id="{F4927893-FB28-09DA-9DAF-FB7D5FAEEA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67" name="Gerader Verbinder 366">
              <a:extLst>
                <a:ext uri="{FF2B5EF4-FFF2-40B4-BE49-F238E27FC236}">
                  <a16:creationId xmlns:a16="http://schemas.microsoft.com/office/drawing/2014/main" id="{850FD4E8-AFEB-4755-1168-CAAAA4B8C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68" name="Grafik 367">
              <a:extLst>
                <a:ext uri="{FF2B5EF4-FFF2-40B4-BE49-F238E27FC236}">
                  <a16:creationId xmlns:a16="http://schemas.microsoft.com/office/drawing/2014/main" id="{9DFE3B95-080C-D513-13E0-39607DF9C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69" name="Grafik 368">
              <a:extLst>
                <a:ext uri="{FF2B5EF4-FFF2-40B4-BE49-F238E27FC236}">
                  <a16:creationId xmlns:a16="http://schemas.microsoft.com/office/drawing/2014/main" id="{1FC6C218-47ED-4F4A-FCC4-F4DE2038A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70" name="Grafik 369">
              <a:extLst>
                <a:ext uri="{FF2B5EF4-FFF2-40B4-BE49-F238E27FC236}">
                  <a16:creationId xmlns:a16="http://schemas.microsoft.com/office/drawing/2014/main" id="{707474C2-5687-C222-9684-DF83BE6F5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76" name="Gruppieren 375">
            <a:extLst>
              <a:ext uri="{FF2B5EF4-FFF2-40B4-BE49-F238E27FC236}">
                <a16:creationId xmlns:a16="http://schemas.microsoft.com/office/drawing/2014/main" id="{B0887EEE-0E22-11DF-FF01-87C70C2A6D0E}"/>
              </a:ext>
            </a:extLst>
          </p:cNvPr>
          <p:cNvGrpSpPr/>
          <p:nvPr/>
        </p:nvGrpSpPr>
        <p:grpSpPr>
          <a:xfrm>
            <a:off x="9996799" y="4739693"/>
            <a:ext cx="668381" cy="349898"/>
            <a:chOff x="8062071" y="3642118"/>
            <a:chExt cx="686327" cy="701282"/>
          </a:xfrm>
        </p:grpSpPr>
        <p:pic>
          <p:nvPicPr>
            <p:cNvPr id="377" name="Grafik 376">
              <a:extLst>
                <a:ext uri="{FF2B5EF4-FFF2-40B4-BE49-F238E27FC236}">
                  <a16:creationId xmlns:a16="http://schemas.microsoft.com/office/drawing/2014/main" id="{D49A21D7-6C33-F3BE-A415-BCE86DDB6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78" name="Grafik 377">
              <a:extLst>
                <a:ext uri="{FF2B5EF4-FFF2-40B4-BE49-F238E27FC236}">
                  <a16:creationId xmlns:a16="http://schemas.microsoft.com/office/drawing/2014/main" id="{D15471E2-DBE4-B971-11E1-1296BEA79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79" name="Grafik 378">
              <a:extLst>
                <a:ext uri="{FF2B5EF4-FFF2-40B4-BE49-F238E27FC236}">
                  <a16:creationId xmlns:a16="http://schemas.microsoft.com/office/drawing/2014/main" id="{749A2A5C-6F95-5A03-52E7-EE9848E71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80" name="Gruppieren 379">
              <a:extLst>
                <a:ext uri="{FF2B5EF4-FFF2-40B4-BE49-F238E27FC236}">
                  <a16:creationId xmlns:a16="http://schemas.microsoft.com/office/drawing/2014/main" id="{DAB0C385-46A2-3BDA-A212-99E6C823D5A2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85" name="Rechteck 384">
                <a:extLst>
                  <a:ext uri="{FF2B5EF4-FFF2-40B4-BE49-F238E27FC236}">
                    <a16:creationId xmlns:a16="http://schemas.microsoft.com/office/drawing/2014/main" id="{1988CF45-2200-D0B6-8970-D9A289F879DE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86" name="Gruppieren 385">
                <a:extLst>
                  <a:ext uri="{FF2B5EF4-FFF2-40B4-BE49-F238E27FC236}">
                    <a16:creationId xmlns:a16="http://schemas.microsoft.com/office/drawing/2014/main" id="{BE7921A1-A26C-7127-7406-970E209DB24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87" name="Grafik 386">
                  <a:extLst>
                    <a:ext uri="{FF2B5EF4-FFF2-40B4-BE49-F238E27FC236}">
                      <a16:creationId xmlns:a16="http://schemas.microsoft.com/office/drawing/2014/main" id="{7D817187-A189-339C-80E3-EB348CA59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88" name="Grafik 387">
                  <a:extLst>
                    <a:ext uri="{FF2B5EF4-FFF2-40B4-BE49-F238E27FC236}">
                      <a16:creationId xmlns:a16="http://schemas.microsoft.com/office/drawing/2014/main" id="{03BBDB87-9788-524A-D93C-3FB1D2156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89" name="Grafik 388">
                  <a:extLst>
                    <a:ext uri="{FF2B5EF4-FFF2-40B4-BE49-F238E27FC236}">
                      <a16:creationId xmlns:a16="http://schemas.microsoft.com/office/drawing/2014/main" id="{D4538B2A-7340-E975-582C-A2FE98F2DD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81" name="Gerader Verbinder 380">
              <a:extLst>
                <a:ext uri="{FF2B5EF4-FFF2-40B4-BE49-F238E27FC236}">
                  <a16:creationId xmlns:a16="http://schemas.microsoft.com/office/drawing/2014/main" id="{63BC2CEB-09E7-E455-C74C-ADF4494F22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82" name="Grafik 381">
              <a:extLst>
                <a:ext uri="{FF2B5EF4-FFF2-40B4-BE49-F238E27FC236}">
                  <a16:creationId xmlns:a16="http://schemas.microsoft.com/office/drawing/2014/main" id="{6BE04EBB-D888-338A-4274-2762C5C7A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83" name="Grafik 382">
              <a:extLst>
                <a:ext uri="{FF2B5EF4-FFF2-40B4-BE49-F238E27FC236}">
                  <a16:creationId xmlns:a16="http://schemas.microsoft.com/office/drawing/2014/main" id="{831F05C0-9E80-34B9-FD6C-B7EFCA449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84" name="Grafik 383">
              <a:extLst>
                <a:ext uri="{FF2B5EF4-FFF2-40B4-BE49-F238E27FC236}">
                  <a16:creationId xmlns:a16="http://schemas.microsoft.com/office/drawing/2014/main" id="{EEDBD6EE-7F1E-BF35-18C8-4B8A04DE1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90" name="Gruppieren 389">
            <a:extLst>
              <a:ext uri="{FF2B5EF4-FFF2-40B4-BE49-F238E27FC236}">
                <a16:creationId xmlns:a16="http://schemas.microsoft.com/office/drawing/2014/main" id="{451F236C-7F33-805B-5396-EEF55298BB27}"/>
              </a:ext>
            </a:extLst>
          </p:cNvPr>
          <p:cNvGrpSpPr/>
          <p:nvPr/>
        </p:nvGrpSpPr>
        <p:grpSpPr>
          <a:xfrm>
            <a:off x="9822867" y="4864100"/>
            <a:ext cx="668381" cy="349898"/>
            <a:chOff x="8062071" y="3642118"/>
            <a:chExt cx="686327" cy="701282"/>
          </a:xfrm>
        </p:grpSpPr>
        <p:pic>
          <p:nvPicPr>
            <p:cNvPr id="391" name="Grafik 390">
              <a:extLst>
                <a:ext uri="{FF2B5EF4-FFF2-40B4-BE49-F238E27FC236}">
                  <a16:creationId xmlns:a16="http://schemas.microsoft.com/office/drawing/2014/main" id="{4157637C-9BE1-2270-3EB4-4B739AA6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92" name="Grafik 391">
              <a:extLst>
                <a:ext uri="{FF2B5EF4-FFF2-40B4-BE49-F238E27FC236}">
                  <a16:creationId xmlns:a16="http://schemas.microsoft.com/office/drawing/2014/main" id="{481FD8A1-9DF7-9817-37FF-3AD1EA9C6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93" name="Grafik 392">
              <a:extLst>
                <a:ext uri="{FF2B5EF4-FFF2-40B4-BE49-F238E27FC236}">
                  <a16:creationId xmlns:a16="http://schemas.microsoft.com/office/drawing/2014/main" id="{29A4D4A1-C85A-BB81-8810-262E2D74F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94" name="Gruppieren 393">
              <a:extLst>
                <a:ext uri="{FF2B5EF4-FFF2-40B4-BE49-F238E27FC236}">
                  <a16:creationId xmlns:a16="http://schemas.microsoft.com/office/drawing/2014/main" id="{0A2C4DB6-9876-85FD-5805-E44C9ED19525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99" name="Rechteck 398">
                <a:extLst>
                  <a:ext uri="{FF2B5EF4-FFF2-40B4-BE49-F238E27FC236}">
                    <a16:creationId xmlns:a16="http://schemas.microsoft.com/office/drawing/2014/main" id="{DC126B9E-0260-3C64-6BA8-B7204EFC5267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400" name="Gruppieren 399">
                <a:extLst>
                  <a:ext uri="{FF2B5EF4-FFF2-40B4-BE49-F238E27FC236}">
                    <a16:creationId xmlns:a16="http://schemas.microsoft.com/office/drawing/2014/main" id="{6029A324-DDBC-BE38-6883-A42EB21558B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01" name="Grafik 400">
                  <a:extLst>
                    <a:ext uri="{FF2B5EF4-FFF2-40B4-BE49-F238E27FC236}">
                      <a16:creationId xmlns:a16="http://schemas.microsoft.com/office/drawing/2014/main" id="{45A642CD-102F-3D80-8842-12389C6BE9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02" name="Grafik 401">
                  <a:extLst>
                    <a:ext uri="{FF2B5EF4-FFF2-40B4-BE49-F238E27FC236}">
                      <a16:creationId xmlns:a16="http://schemas.microsoft.com/office/drawing/2014/main" id="{79291225-03B5-E60D-CF4C-B1DE7987C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403" name="Grafik 402">
                  <a:extLst>
                    <a:ext uri="{FF2B5EF4-FFF2-40B4-BE49-F238E27FC236}">
                      <a16:creationId xmlns:a16="http://schemas.microsoft.com/office/drawing/2014/main" id="{DFF6013D-DCD0-02D3-B43B-57E67500C7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95" name="Gerader Verbinder 394">
              <a:extLst>
                <a:ext uri="{FF2B5EF4-FFF2-40B4-BE49-F238E27FC236}">
                  <a16:creationId xmlns:a16="http://schemas.microsoft.com/office/drawing/2014/main" id="{4B70D3A2-4F06-45E5-0AB0-21CB8F9FC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96" name="Grafik 395">
              <a:extLst>
                <a:ext uri="{FF2B5EF4-FFF2-40B4-BE49-F238E27FC236}">
                  <a16:creationId xmlns:a16="http://schemas.microsoft.com/office/drawing/2014/main" id="{B06F5C90-34A1-37D4-C4E6-B852D69D3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97" name="Grafik 396">
              <a:extLst>
                <a:ext uri="{FF2B5EF4-FFF2-40B4-BE49-F238E27FC236}">
                  <a16:creationId xmlns:a16="http://schemas.microsoft.com/office/drawing/2014/main" id="{F35DE134-12B1-2225-1BF9-628594E51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98" name="Grafik 397">
              <a:extLst>
                <a:ext uri="{FF2B5EF4-FFF2-40B4-BE49-F238E27FC236}">
                  <a16:creationId xmlns:a16="http://schemas.microsoft.com/office/drawing/2014/main" id="{A9C20F5A-47B5-C62A-1892-E8F6599A3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A8F8A93-2C9E-A408-E79A-E378D168DAFE}"/>
              </a:ext>
            </a:extLst>
          </p:cNvPr>
          <p:cNvCxnSpPr/>
          <p:nvPr/>
        </p:nvCxnSpPr>
        <p:spPr>
          <a:xfrm flipH="1">
            <a:off x="3684077" y="2878697"/>
            <a:ext cx="363732" cy="2861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E6CC5B-5E80-73CD-06AF-9F311F1A2979}"/>
              </a:ext>
            </a:extLst>
          </p:cNvPr>
          <p:cNvCxnSpPr>
            <a:cxnSpLocks/>
          </p:cNvCxnSpPr>
          <p:nvPr/>
        </p:nvCxnSpPr>
        <p:spPr>
          <a:xfrm>
            <a:off x="3752591" y="2892799"/>
            <a:ext cx="226704" cy="2861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C92EE463-0494-FCC5-9180-C9E12D908170}"/>
              </a:ext>
            </a:extLst>
          </p:cNvPr>
          <p:cNvSpPr txBox="1"/>
          <p:nvPr/>
        </p:nvSpPr>
        <p:spPr>
          <a:xfrm>
            <a:off x="1800124" y="2062405"/>
            <a:ext cx="1017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no GET for reading entire CC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F9C5036-6A4A-E2DA-42B7-79A6BCB9BE7E}"/>
              </a:ext>
            </a:extLst>
          </p:cNvPr>
          <p:cNvSpPr txBox="1"/>
          <p:nvPr/>
        </p:nvSpPr>
        <p:spPr>
          <a:xfrm>
            <a:off x="2966232" y="4013864"/>
            <a:ext cx="1254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reading raw data, capability and config individually and directly from a replication of the</a:t>
            </a:r>
            <a:br>
              <a:rPr lang="en-US" sz="800" noProof="0" dirty="0"/>
            </a:br>
            <a:r>
              <a:rPr lang="en-US" sz="800" noProof="0" dirty="0"/>
              <a:t>                              MWDI ES</a:t>
            </a: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55D439C3-42B8-FDB5-468E-D49C7176395B}"/>
              </a:ext>
            </a:extLst>
          </p:cNvPr>
          <p:cNvSpPr/>
          <p:nvPr/>
        </p:nvSpPr>
        <p:spPr>
          <a:xfrm>
            <a:off x="508451" y="3038851"/>
            <a:ext cx="684245" cy="39189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MWDI ES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399BBC3-07E2-3251-5954-553B1AD276FC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 flipH="1">
            <a:off x="850574" y="2688878"/>
            <a:ext cx="145667" cy="3499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ylinder 20">
            <a:extLst>
              <a:ext uri="{FF2B5EF4-FFF2-40B4-BE49-F238E27FC236}">
                <a16:creationId xmlns:a16="http://schemas.microsoft.com/office/drawing/2014/main" id="{EDD8DF57-C4DC-0274-04C7-AE0C3064004D}"/>
              </a:ext>
            </a:extLst>
          </p:cNvPr>
          <p:cNvSpPr/>
          <p:nvPr/>
        </p:nvSpPr>
        <p:spPr>
          <a:xfrm>
            <a:off x="2242443" y="3035868"/>
            <a:ext cx="684245" cy="39189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DPMDP ES</a:t>
            </a:r>
          </a:p>
        </p:txBody>
      </p:sp>
      <p:sp>
        <p:nvSpPr>
          <p:cNvPr id="26" name="Pfeil: eingekerbt nach rechts 25">
            <a:extLst>
              <a:ext uri="{FF2B5EF4-FFF2-40B4-BE49-F238E27FC236}">
                <a16:creationId xmlns:a16="http://schemas.microsoft.com/office/drawing/2014/main" id="{3BFD74B8-D723-4F5F-DE79-EC607AF52C54}"/>
              </a:ext>
            </a:extLst>
          </p:cNvPr>
          <p:cNvSpPr/>
          <p:nvPr/>
        </p:nvSpPr>
        <p:spPr>
          <a:xfrm>
            <a:off x="1380420" y="3095599"/>
            <a:ext cx="684244" cy="232413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4D1F9BB-B4BE-47F4-9884-0A3DD20A6FCA}"/>
              </a:ext>
            </a:extLst>
          </p:cNvPr>
          <p:cNvCxnSpPr>
            <a:cxnSpLocks/>
          </p:cNvCxnSpPr>
          <p:nvPr/>
        </p:nvCxnSpPr>
        <p:spPr>
          <a:xfrm>
            <a:off x="2885196" y="3457838"/>
            <a:ext cx="1498034" cy="810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02096C68-F162-ABF8-D72C-D9F0171913A1}"/>
              </a:ext>
            </a:extLst>
          </p:cNvPr>
          <p:cNvSpPr txBox="1"/>
          <p:nvPr/>
        </p:nvSpPr>
        <p:spPr>
          <a:xfrm>
            <a:off x="1468337" y="2843760"/>
            <a:ext cx="919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but replication</a:t>
            </a:r>
          </a:p>
          <a:p>
            <a:r>
              <a:rPr lang="en-US" sz="800" noProof="0" dirty="0"/>
              <a:t>of ES</a:t>
            </a:r>
          </a:p>
        </p:txBody>
      </p:sp>
      <p:sp>
        <p:nvSpPr>
          <p:cNvPr id="64" name="Sprechblase: rechteckig 63">
            <a:extLst>
              <a:ext uri="{FF2B5EF4-FFF2-40B4-BE49-F238E27FC236}">
                <a16:creationId xmlns:a16="http://schemas.microsoft.com/office/drawing/2014/main" id="{13A683FF-ADC1-82F9-645C-05BD731997F2}"/>
              </a:ext>
            </a:extLst>
          </p:cNvPr>
          <p:cNvSpPr/>
          <p:nvPr/>
        </p:nvSpPr>
        <p:spPr>
          <a:xfrm>
            <a:off x="4811607" y="2180223"/>
            <a:ext cx="1504095" cy="584775"/>
          </a:xfrm>
          <a:prstGeom prst="wedgeRectCallout">
            <a:avLst>
              <a:gd name="adj1" fmla="val -192211"/>
              <a:gd name="adj2" fmla="val 92573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noProof="0" dirty="0">
                <a:solidFill>
                  <a:schemeClr val="tx1"/>
                </a:solidFill>
              </a:rPr>
              <a:t>to be clarified:</a:t>
            </a:r>
            <a:br>
              <a:rPr lang="en-US" sz="800" b="1" noProof="0" dirty="0">
                <a:solidFill>
                  <a:schemeClr val="tx1"/>
                </a:solidFill>
              </a:rPr>
            </a:br>
            <a:r>
              <a:rPr lang="en-US" sz="800" noProof="0" dirty="0">
                <a:solidFill>
                  <a:schemeClr val="tx1"/>
                </a:solidFill>
              </a:rPr>
              <a:t>What is triggering the processing in DPMDP</a:t>
            </a:r>
          </a:p>
        </p:txBody>
      </p:sp>
      <p:sp>
        <p:nvSpPr>
          <p:cNvPr id="66" name="Sprechblase: rechteckig 65">
            <a:extLst>
              <a:ext uri="{FF2B5EF4-FFF2-40B4-BE49-F238E27FC236}">
                <a16:creationId xmlns:a16="http://schemas.microsoft.com/office/drawing/2014/main" id="{2548ECBA-1662-4E20-896A-C33A4F1A090E}"/>
              </a:ext>
            </a:extLst>
          </p:cNvPr>
          <p:cNvSpPr/>
          <p:nvPr/>
        </p:nvSpPr>
        <p:spPr>
          <a:xfrm>
            <a:off x="4811607" y="642308"/>
            <a:ext cx="1504095" cy="849003"/>
          </a:xfrm>
          <a:prstGeom prst="wedgeRectCallout">
            <a:avLst>
              <a:gd name="adj1" fmla="val -184611"/>
              <a:gd name="adj2" fmla="val 317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noProof="0" dirty="0">
                <a:solidFill>
                  <a:schemeClr val="tx1"/>
                </a:solidFill>
              </a:rPr>
              <a:t>to be clarified:</a:t>
            </a:r>
            <a:br>
              <a:rPr lang="en-US" sz="800" noProof="0" dirty="0">
                <a:solidFill>
                  <a:schemeClr val="tx1"/>
                </a:solidFill>
              </a:rPr>
            </a:br>
            <a:r>
              <a:rPr lang="en-US" sz="800" noProof="0" dirty="0">
                <a:solidFill>
                  <a:schemeClr val="tx1"/>
                </a:solidFill>
              </a:rPr>
              <a:t>Does the notification make sense as it may arrive before the data has been replicated in ES</a:t>
            </a:r>
          </a:p>
        </p:txBody>
      </p:sp>
      <p:sp>
        <p:nvSpPr>
          <p:cNvPr id="68" name="Sprechblase: rechteckig 67">
            <a:extLst>
              <a:ext uri="{FF2B5EF4-FFF2-40B4-BE49-F238E27FC236}">
                <a16:creationId xmlns:a16="http://schemas.microsoft.com/office/drawing/2014/main" id="{7B9DFF5C-E80A-BFB3-9DBF-D6F4617DFE66}"/>
              </a:ext>
            </a:extLst>
          </p:cNvPr>
          <p:cNvSpPr/>
          <p:nvPr/>
        </p:nvSpPr>
        <p:spPr>
          <a:xfrm>
            <a:off x="4811607" y="3427766"/>
            <a:ext cx="1504095" cy="710264"/>
          </a:xfrm>
          <a:prstGeom prst="wedgeRectCallout">
            <a:avLst>
              <a:gd name="adj1" fmla="val -173466"/>
              <a:gd name="adj2" fmla="val -58583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noProof="0" dirty="0">
                <a:solidFill>
                  <a:schemeClr val="tx1"/>
                </a:solidFill>
              </a:rPr>
              <a:t>to be clarified:</a:t>
            </a:r>
            <a:br>
              <a:rPr lang="en-US" sz="800" b="1" noProof="0" dirty="0">
                <a:solidFill>
                  <a:schemeClr val="tx1"/>
                </a:solidFill>
              </a:rPr>
            </a:br>
            <a:r>
              <a:rPr lang="en-US" sz="800" noProof="0" dirty="0">
                <a:solidFill>
                  <a:schemeClr val="tx1"/>
                </a:solidFill>
              </a:rPr>
              <a:t>Where to store the output data, as it has a different structure than the MWDI content?</a:t>
            </a:r>
          </a:p>
        </p:txBody>
      </p:sp>
    </p:spTree>
    <p:extLst>
      <p:ext uri="{BB962C8B-B14F-4D97-AF65-F5344CB8AC3E}">
        <p14:creationId xmlns:p14="http://schemas.microsoft.com/office/powerpoint/2010/main" val="4121761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3430DF23-B06B-3DD9-DBD9-13B994883323}"/>
              </a:ext>
            </a:extLst>
          </p:cNvPr>
          <p:cNvSpPr txBox="1"/>
          <p:nvPr/>
        </p:nvSpPr>
        <p:spPr>
          <a:xfrm>
            <a:off x="516153" y="163935"/>
            <a:ext cx="5506636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Considerations after </a:t>
            </a:r>
            <a:r>
              <a:rPr lang="en-US" sz="800" dirty="0"/>
              <a:t>Design #250926</a:t>
            </a:r>
            <a:r>
              <a:rPr lang="en-US" sz="800" noProof="0" dirty="0"/>
              <a:t> 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dirty="0"/>
              <a:t>To reduce number of requests from DPMDP to MWDI (during processing),</a:t>
            </a:r>
            <a:br>
              <a:rPr lang="en-US" sz="800" dirty="0"/>
            </a:br>
            <a:r>
              <a:rPr lang="en-US" sz="800" dirty="0"/>
              <a:t>not just *</a:t>
            </a:r>
            <a:r>
              <a:rPr lang="en-US" sz="800" dirty="0" err="1"/>
              <a:t>HistoricalPerformances</a:t>
            </a:r>
            <a:r>
              <a:rPr lang="en-US" sz="800" dirty="0"/>
              <a:t> shall be retrieved after receiving the notification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noProof="0" dirty="0"/>
              <a:t>To further reduce number of requests the to conform with the data format of the existing APTP interface</a:t>
            </a:r>
            <a:br>
              <a:rPr lang="en-US" sz="800" noProof="0" dirty="0"/>
            </a:br>
            <a:r>
              <a:rPr lang="en-US" sz="800" noProof="0" dirty="0"/>
              <a:t>not just individual interfaces shall be handled</a:t>
            </a:r>
            <a:br>
              <a:rPr lang="en-US" sz="800" noProof="0" dirty="0"/>
            </a:br>
            <a:r>
              <a:rPr lang="en-US" sz="800" noProof="0" dirty="0"/>
              <a:t>but </a:t>
            </a:r>
            <a:r>
              <a:rPr lang="en-US" sz="800" noProof="0" dirty="0" err="1"/>
              <a:t>dat</a:t>
            </a:r>
            <a:r>
              <a:rPr lang="en-US" sz="800" dirty="0"/>
              <a:t>a of the </a:t>
            </a:r>
            <a:r>
              <a:rPr lang="en-US" sz="800" noProof="0" dirty="0"/>
              <a:t>entire device</a:t>
            </a:r>
            <a:br>
              <a:rPr lang="en-US" sz="800" noProof="0" dirty="0"/>
            </a:br>
            <a:r>
              <a:rPr lang="en-US" sz="800" noProof="0" dirty="0"/>
              <a:t>=&gt; </a:t>
            </a:r>
            <a:r>
              <a:rPr lang="en-US" sz="800" dirty="0"/>
              <a:t>cart and output shall contain </a:t>
            </a:r>
            <a:r>
              <a:rPr lang="en-US" sz="800" noProof="0" dirty="0"/>
              <a:t>data of the entire device</a:t>
            </a:r>
            <a:br>
              <a:rPr lang="en-US" sz="800" noProof="0" dirty="0"/>
            </a:br>
            <a:r>
              <a:rPr lang="en-US" sz="800" noProof="0" dirty="0"/>
              <a:t>=&gt; cc with fields filter on LTP-list incl. LtpAugment and </a:t>
            </a:r>
            <a:r>
              <a:rPr lang="en-US" sz="800" noProof="0" dirty="0" err="1"/>
              <a:t>AirInterfacePac</a:t>
            </a:r>
            <a:r>
              <a:rPr lang="en-US" sz="800" noProof="0" dirty="0"/>
              <a:t> and </a:t>
            </a:r>
            <a:r>
              <a:rPr lang="en-US" sz="800" noProof="0" dirty="0" err="1"/>
              <a:t>EthernetContainerPac</a:t>
            </a:r>
            <a:r>
              <a:rPr lang="en-US" sz="800" noProof="0" dirty="0"/>
              <a:t> </a:t>
            </a:r>
            <a:br>
              <a:rPr lang="en-US" sz="800" noProof="0" dirty="0"/>
            </a:br>
            <a:r>
              <a:rPr lang="en-US" sz="800" noProof="0" dirty="0"/>
              <a:t>       shall be retrieved after receiving the notification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noProof="0" dirty="0"/>
              <a:t>[which notification shall be used as a trigger?]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noProof="0" dirty="0"/>
              <a:t>Retrieving </a:t>
            </a:r>
            <a:r>
              <a:rPr lang="en-US" sz="800" dirty="0"/>
              <a:t>the </a:t>
            </a:r>
            <a:r>
              <a:rPr lang="en-US" sz="800" dirty="0" err="1"/>
              <a:t>AirInterfacePax</a:t>
            </a:r>
            <a:r>
              <a:rPr lang="en-US" sz="800" dirty="0"/>
              <a:t> and </a:t>
            </a:r>
            <a:r>
              <a:rPr lang="en-US" sz="800" dirty="0" err="1"/>
              <a:t>EthernetContainerPax</a:t>
            </a:r>
            <a:r>
              <a:rPr lang="en-US" sz="800" dirty="0"/>
              <a:t> every 3 hours and storing this raw data for at least 48 hours</a:t>
            </a:r>
            <a:br>
              <a:rPr lang="en-US" sz="800" dirty="0"/>
            </a:br>
            <a:r>
              <a:rPr lang="en-US" sz="800" dirty="0"/>
              <a:t>results in a data volume presumably approximately 10 times bigger than MWDI </a:t>
            </a:r>
            <a:br>
              <a:rPr lang="en-US" sz="800" dirty="0"/>
            </a:br>
            <a:r>
              <a:rPr lang="en-US" sz="800" dirty="0"/>
              <a:t>=&gt; too much data to be stored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noProof="0" dirty="0"/>
              <a:t>Storing just the latest raw data creates an exact copy of the content of the MWDI</a:t>
            </a:r>
            <a:br>
              <a:rPr lang="en-US" sz="800" noProof="0" dirty="0"/>
            </a:br>
            <a:r>
              <a:rPr lang="en-US" sz="800" noProof="0" dirty="0"/>
              <a:t>=&gt; useless redundancy</a:t>
            </a:r>
            <a:br>
              <a:rPr lang="en-US" sz="800" noProof="0" dirty="0"/>
            </a:br>
            <a:r>
              <a:rPr lang="en-US" sz="800" noProof="0" dirty="0"/>
              <a:t>=&gt; idea of storing the raw data is dropped</a:t>
            </a:r>
          </a:p>
          <a:p>
            <a:pPr marL="228600" indent="-228600">
              <a:buFont typeface="+mj-lt"/>
              <a:buAutoNum type="arabicPeriod"/>
            </a:pPr>
            <a:br>
              <a:rPr lang="en-US" sz="800" noProof="0" dirty="0"/>
            </a:br>
            <a:endParaRPr lang="en-US" sz="800" noProof="0" dirty="0"/>
          </a:p>
          <a:p>
            <a:pPr marL="228600" indent="-228600">
              <a:buFont typeface="+mj-lt"/>
              <a:buAutoNum type="arabicPeriod"/>
            </a:pPr>
            <a:endParaRPr lang="en-US" sz="800" noProof="0" dirty="0"/>
          </a:p>
        </p:txBody>
      </p:sp>
    </p:spTree>
    <p:extLst>
      <p:ext uri="{BB962C8B-B14F-4D97-AF65-F5344CB8AC3E}">
        <p14:creationId xmlns:p14="http://schemas.microsoft.com/office/powerpoint/2010/main" val="307840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B31AAA2-B937-FE52-D30C-D070655C4535}"/>
              </a:ext>
            </a:extLst>
          </p:cNvPr>
          <p:cNvGrpSpPr/>
          <p:nvPr/>
        </p:nvGrpSpPr>
        <p:grpSpPr>
          <a:xfrm>
            <a:off x="1586590" y="817383"/>
            <a:ext cx="1198602" cy="573833"/>
            <a:chOff x="6447292" y="1311006"/>
            <a:chExt cx="1705213" cy="943107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1C0BE930-B291-E2B2-A2AC-C07DEB5B9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2234060-8810-DA2B-4B1E-D2654021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40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487631" y="1800991"/>
            <a:ext cx="1017219" cy="887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2418" y="1307530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07" y="2126886"/>
            <a:ext cx="828712" cy="51672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B5E5F9E-85EA-16CA-9C2B-400D3AC41F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7765" y="2226306"/>
            <a:ext cx="415540" cy="51539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6E05DB8-F9D4-3BEC-87BE-923ACE7D03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6474" y="2281451"/>
            <a:ext cx="212809" cy="202553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0130" y="3885615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D255782D-6798-8FC9-A002-A7F1CA0BC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0609" y="2617214"/>
              <a:ext cx="161639" cy="153849"/>
            </a:xfrm>
            <a:prstGeom prst="rect">
              <a:avLst/>
            </a:prstGeom>
          </p:spPr>
        </p:pic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BFDD0FB6-1DC7-E961-A0DA-7515175A1B8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83377" y="1924196"/>
            <a:ext cx="448946" cy="443000"/>
          </a:xfrm>
          <a:prstGeom prst="rect">
            <a:avLst/>
          </a:prstGeom>
        </p:spPr>
      </p:pic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8323DA9-448C-4ED4-4627-60B202029888}"/>
              </a:ext>
            </a:extLst>
          </p:cNvPr>
          <p:cNvCxnSpPr/>
          <p:nvPr/>
        </p:nvCxnSpPr>
        <p:spPr>
          <a:xfrm>
            <a:off x="1504850" y="1461810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7E2977B-B320-8CD1-F8EC-EB4078F50451}"/>
              </a:ext>
            </a:extLst>
          </p:cNvPr>
          <p:cNvSpPr txBox="1"/>
          <p:nvPr/>
        </p:nvSpPr>
        <p:spPr>
          <a:xfrm>
            <a:off x="1814170" y="1283494"/>
            <a:ext cx="6880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notification</a:t>
            </a:r>
            <a:endParaRPr lang="de-DE" sz="800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17FE50C-59FE-4A6A-A50F-D64FB01C8762}"/>
              </a:ext>
            </a:extLst>
          </p:cNvPr>
          <p:cNvCxnSpPr>
            <a:cxnSpLocks/>
          </p:cNvCxnSpPr>
          <p:nvPr/>
        </p:nvCxnSpPr>
        <p:spPr>
          <a:xfrm flipH="1">
            <a:off x="1626877" y="2076841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D483F1A-0C10-2865-0482-C0F68E8E5E66}"/>
              </a:ext>
            </a:extLst>
          </p:cNvPr>
          <p:cNvSpPr txBox="1"/>
          <p:nvPr/>
        </p:nvSpPr>
        <p:spPr>
          <a:xfrm>
            <a:off x="1938634" y="1908476"/>
            <a:ext cx="766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GET </a:t>
            </a:r>
            <a:r>
              <a:rPr lang="de-DE" sz="800" dirty="0" err="1"/>
              <a:t>pm-data</a:t>
            </a:r>
            <a:endParaRPr lang="de-DE" sz="800" dirty="0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4E5278A-E633-7514-1366-D6CD44E5C39E}"/>
              </a:ext>
            </a:extLst>
          </p:cNvPr>
          <p:cNvCxnSpPr/>
          <p:nvPr/>
        </p:nvCxnSpPr>
        <p:spPr>
          <a:xfrm>
            <a:off x="1637629" y="2157472"/>
            <a:ext cx="139361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6627" y="1631832"/>
            <a:ext cx="448946" cy="614861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FDE965B1-F1B0-84B7-F793-75D30E06510B}"/>
              </a:ext>
            </a:extLst>
          </p:cNvPr>
          <p:cNvSpPr txBox="1"/>
          <p:nvPr/>
        </p:nvSpPr>
        <p:spPr>
          <a:xfrm>
            <a:off x="3679378" y="1461810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IF </a:t>
            </a:r>
            <a:r>
              <a:rPr lang="de-DE" sz="800" dirty="0" err="1"/>
              <a:t>new</a:t>
            </a:r>
            <a:r>
              <a:rPr lang="de-DE" sz="800" dirty="0"/>
              <a:t> </a:t>
            </a:r>
            <a:r>
              <a:rPr lang="de-DE" sz="800" dirty="0" err="1"/>
              <a:t>pm-data</a:t>
            </a:r>
            <a:r>
              <a:rPr lang="de-DE" sz="800" dirty="0"/>
              <a:t> </a:t>
            </a:r>
            <a:r>
              <a:rPr lang="de-DE" sz="800" dirty="0" err="1"/>
              <a:t>announced</a:t>
            </a:r>
            <a:endParaRPr lang="de-DE" sz="800" dirty="0"/>
          </a:p>
          <a:p>
            <a:pPr marL="171450" indent="-171450">
              <a:buFontTx/>
              <a:buChar char="-"/>
            </a:pPr>
            <a:r>
              <a:rPr lang="de-DE" sz="800" dirty="0" err="1"/>
              <a:t>creates</a:t>
            </a:r>
            <a:r>
              <a:rPr lang="de-DE" sz="800" dirty="0"/>
              <a:t> and </a:t>
            </a:r>
            <a:r>
              <a:rPr lang="de-DE" sz="800" dirty="0" err="1"/>
              <a:t>labels</a:t>
            </a:r>
            <a:r>
              <a:rPr lang="de-DE" sz="800" dirty="0"/>
              <a:t> a </a:t>
            </a:r>
            <a:r>
              <a:rPr lang="de-DE" sz="800" dirty="0" err="1"/>
              <a:t>cart</a:t>
            </a:r>
            <a:endParaRPr lang="de-DE" sz="800" dirty="0"/>
          </a:p>
          <a:p>
            <a:pPr marL="171450" indent="-171450">
              <a:buFontTx/>
              <a:buChar char="-"/>
            </a:pPr>
            <a:r>
              <a:rPr lang="de-DE" sz="800" dirty="0" err="1"/>
              <a:t>requests</a:t>
            </a:r>
            <a:r>
              <a:rPr lang="de-DE" sz="800" dirty="0"/>
              <a:t>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pm-data</a:t>
            </a:r>
            <a:endParaRPr lang="de-DE" sz="8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1040" y="3599836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7947" y="2570585"/>
            <a:ext cx="511431" cy="443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A419E93-6B7A-5076-27A3-ABCB54B1D4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5825" y="2573750"/>
            <a:ext cx="161639" cy="153849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25620" y="4488349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Pre</a:t>
            </a:r>
            <a:r>
              <a:rPr lang="de-DE" sz="800" dirty="0"/>
              <a:t>-Processing</a:t>
            </a:r>
          </a:p>
          <a:p>
            <a:r>
              <a:rPr lang="de-DE" sz="800"/>
              <a:t>- </a:t>
            </a:r>
            <a:endParaRPr lang="de-DE" sz="800" dirty="0"/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B5FD504A-908B-057F-4579-782CE8A246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0010" y="2016197"/>
            <a:ext cx="198919" cy="195335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0359" y="2694417"/>
            <a:ext cx="198919" cy="195335"/>
          </a:xfrm>
          <a:prstGeom prst="rect">
            <a:avLst/>
          </a:prstGeom>
        </p:spPr>
      </p:pic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8D25F46-C81A-746A-50F8-FB1C968464D4}"/>
              </a:ext>
            </a:extLst>
          </p:cNvPr>
          <p:cNvGrpSpPr/>
          <p:nvPr/>
        </p:nvGrpSpPr>
        <p:grpSpPr>
          <a:xfrm>
            <a:off x="2942825" y="3658183"/>
            <a:ext cx="686327" cy="670432"/>
            <a:chOff x="2307218" y="2484284"/>
            <a:chExt cx="686327" cy="670432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5BBA2EA-CF61-0A77-8808-E0A28893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07218" y="2711716"/>
              <a:ext cx="511431" cy="443000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C87ED42A-DAC2-2154-E174-9315D3012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03250" y="2837175"/>
              <a:ext cx="161639" cy="153849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34655857-CA98-8D54-CB61-37BD04B4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645000" y="2764473"/>
              <a:ext cx="149626" cy="149626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63BCEB8-8D1C-3113-A3F9-BED90C7EF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94626" y="2802589"/>
              <a:ext cx="198919" cy="195335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E1E805A9-BC69-DCB7-FD54-165D9C2D39AB}"/>
                </a:ext>
              </a:extLst>
            </p:cNvPr>
            <p:cNvGrpSpPr/>
            <p:nvPr/>
          </p:nvGrpSpPr>
          <p:grpSpPr>
            <a:xfrm rot="559622">
              <a:off x="2419345" y="2524064"/>
              <a:ext cx="418250" cy="147871"/>
              <a:chOff x="3664801" y="2485737"/>
              <a:chExt cx="418250" cy="147871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E2B0FB8C-CFBE-3CF2-DF58-87A9B70307E4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0D04E791-E34D-90D4-BD3F-3E52106B6D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AD930E0F-7A80-E3DA-61D5-E1C2FDC75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9" name="Grafik 48">
                  <a:extLst>
                    <a:ext uri="{FF2B5EF4-FFF2-40B4-BE49-F238E27FC236}">
                      <a16:creationId xmlns:a16="http://schemas.microsoft.com/office/drawing/2014/main" id="{B5A154C8-2E67-F855-7F61-6BC88CB9F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51" name="Grafik 50">
                  <a:extLst>
                    <a:ext uri="{FF2B5EF4-FFF2-40B4-BE49-F238E27FC236}">
                      <a16:creationId xmlns:a16="http://schemas.microsoft.com/office/drawing/2014/main" id="{23B98640-4E4A-8C2E-BFDB-C4CB5CA2C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BE3847BB-2E30-97B2-FBE6-E057D35DD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349" y="2484284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1145" y="3344351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55162" y="4602912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Processing</a:t>
            </a:r>
          </a:p>
          <a:p>
            <a:r>
              <a:rPr lang="de-DE" sz="800" dirty="0"/>
              <a:t>- 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699760" y="3642118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5" name="Grafik 74">
                <a:extLst>
                  <a:ext uri="{FF2B5EF4-FFF2-40B4-BE49-F238E27FC236}">
                    <a16:creationId xmlns:a16="http://schemas.microsoft.com/office/drawing/2014/main" id="{21D0314D-1AA5-2D64-66DB-843B9227A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3250" y="2837175"/>
                <a:ext cx="161639" cy="153849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45324" y="3244166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32224" y="3013585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0330" y="4514380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Transmitting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494F2B1B-BE37-F265-E01C-55955673925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60910" y="3244165"/>
            <a:ext cx="2177884" cy="1101507"/>
          </a:xfrm>
          <a:prstGeom prst="rect">
            <a:avLst/>
          </a:prstGeom>
        </p:spPr>
      </p:pic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46C7AE1A-42FB-2FBA-5D92-8586215845BD}"/>
              </a:ext>
            </a:extLst>
          </p:cNvPr>
          <p:cNvGrpSpPr/>
          <p:nvPr/>
        </p:nvGrpSpPr>
        <p:grpSpPr>
          <a:xfrm>
            <a:off x="8062071" y="3642118"/>
            <a:ext cx="686327" cy="701282"/>
            <a:chOff x="6096000" y="2727718"/>
            <a:chExt cx="686327" cy="701282"/>
          </a:xfrm>
        </p:grpSpPr>
        <p:grpSp>
          <p:nvGrpSpPr>
            <p:cNvPr id="124" name="Gruppieren 123">
              <a:extLst>
                <a:ext uri="{FF2B5EF4-FFF2-40B4-BE49-F238E27FC236}">
                  <a16:creationId xmlns:a16="http://schemas.microsoft.com/office/drawing/2014/main" id="{87830CDA-9E81-94F1-4715-989C5F1CEFE3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128" name="Grafik 127">
                <a:extLst>
                  <a:ext uri="{FF2B5EF4-FFF2-40B4-BE49-F238E27FC236}">
                    <a16:creationId xmlns:a16="http://schemas.microsoft.com/office/drawing/2014/main" id="{1082E7CE-26E0-691B-1E14-E9F89BDC5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129" name="Grafik 128">
                <a:extLst>
                  <a:ext uri="{FF2B5EF4-FFF2-40B4-BE49-F238E27FC236}">
                    <a16:creationId xmlns:a16="http://schemas.microsoft.com/office/drawing/2014/main" id="{A45A2DE7-40F5-7C12-68A8-7D839A7B5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3250" y="2837175"/>
                <a:ext cx="161639" cy="153849"/>
              </a:xfrm>
              <a:prstGeom prst="rect">
                <a:avLst/>
              </a:prstGeom>
            </p:spPr>
          </p:pic>
          <p:pic>
            <p:nvPicPr>
              <p:cNvPr id="130" name="Grafik 129">
                <a:extLst>
                  <a:ext uri="{FF2B5EF4-FFF2-40B4-BE49-F238E27FC236}">
                    <a16:creationId xmlns:a16="http://schemas.microsoft.com/office/drawing/2014/main" id="{50CD65C5-3114-9903-B6C3-26096636C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131" name="Grafik 130">
                <a:extLst>
                  <a:ext uri="{FF2B5EF4-FFF2-40B4-BE49-F238E27FC236}">
                    <a16:creationId xmlns:a16="http://schemas.microsoft.com/office/drawing/2014/main" id="{0A002F32-970D-F126-34F2-FCB3458195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132" name="Gruppieren 131">
                <a:extLst>
                  <a:ext uri="{FF2B5EF4-FFF2-40B4-BE49-F238E27FC236}">
                    <a16:creationId xmlns:a16="http://schemas.microsoft.com/office/drawing/2014/main" id="{3CB59501-75AA-0A15-27F0-EE2826AB8F73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134" name="Rechteck 133">
                  <a:extLst>
                    <a:ext uri="{FF2B5EF4-FFF2-40B4-BE49-F238E27FC236}">
                      <a16:creationId xmlns:a16="http://schemas.microsoft.com/office/drawing/2014/main" id="{FF3CEF8B-2450-D8CF-C9B0-15868AFB0428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135" name="Gruppieren 134">
                  <a:extLst>
                    <a:ext uri="{FF2B5EF4-FFF2-40B4-BE49-F238E27FC236}">
                      <a16:creationId xmlns:a16="http://schemas.microsoft.com/office/drawing/2014/main" id="{17DD7458-8DBB-DE33-A0E4-5CA67BD2CF4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136" name="Grafik 135">
                    <a:extLst>
                      <a:ext uri="{FF2B5EF4-FFF2-40B4-BE49-F238E27FC236}">
                        <a16:creationId xmlns:a16="http://schemas.microsoft.com/office/drawing/2014/main" id="{8D17594E-F078-9E9B-8EEC-78EEDC7257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137" name="Grafik 136">
                    <a:extLst>
                      <a:ext uri="{FF2B5EF4-FFF2-40B4-BE49-F238E27FC236}">
                        <a16:creationId xmlns:a16="http://schemas.microsoft.com/office/drawing/2014/main" id="{5E07E1EE-59E6-C9B3-322B-0B42B31F71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138" name="Grafik 137">
                    <a:extLst>
                      <a:ext uri="{FF2B5EF4-FFF2-40B4-BE49-F238E27FC236}">
                        <a16:creationId xmlns:a16="http://schemas.microsoft.com/office/drawing/2014/main" id="{3EEC51E6-63CF-0222-72A9-756981111A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104D138B-ABDF-D4D4-76B7-EE1F7B980B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grpSp>
        <p:nvGrpSpPr>
          <p:cNvPr id="235" name="Gruppieren 234">
            <a:extLst>
              <a:ext uri="{FF2B5EF4-FFF2-40B4-BE49-F238E27FC236}">
                <a16:creationId xmlns:a16="http://schemas.microsoft.com/office/drawing/2014/main" id="{4DF1064F-64DE-166B-7952-852B76471A4E}"/>
              </a:ext>
            </a:extLst>
          </p:cNvPr>
          <p:cNvGrpSpPr>
            <a:grpSpLocks noChangeAspect="1"/>
          </p:cNvGrpSpPr>
          <p:nvPr/>
        </p:nvGrpSpPr>
        <p:grpSpPr>
          <a:xfrm>
            <a:off x="9420358" y="3665047"/>
            <a:ext cx="1149982" cy="885985"/>
            <a:chOff x="8413118" y="3922833"/>
            <a:chExt cx="1422029" cy="1095579"/>
          </a:xfrm>
        </p:grpSpPr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92108BB7-549E-0EBB-D1AD-F479A9B62E65}"/>
                </a:ext>
              </a:extLst>
            </p:cNvPr>
            <p:cNvGrpSpPr/>
            <p:nvPr/>
          </p:nvGrpSpPr>
          <p:grpSpPr>
            <a:xfrm>
              <a:off x="9148820" y="3973311"/>
              <a:ext cx="686327" cy="701282"/>
              <a:chOff x="6096000" y="2727718"/>
              <a:chExt cx="686327" cy="701282"/>
            </a:xfrm>
          </p:grpSpPr>
          <p:grpSp>
            <p:nvGrpSpPr>
              <p:cNvPr id="172" name="Gruppieren 171">
                <a:extLst>
                  <a:ext uri="{FF2B5EF4-FFF2-40B4-BE49-F238E27FC236}">
                    <a16:creationId xmlns:a16="http://schemas.microsoft.com/office/drawing/2014/main" id="{57F9548A-1731-97CE-8A5B-1273E9B66671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76" name="Grafik 175">
                  <a:extLst>
                    <a:ext uri="{FF2B5EF4-FFF2-40B4-BE49-F238E27FC236}">
                      <a16:creationId xmlns:a16="http://schemas.microsoft.com/office/drawing/2014/main" id="{2C4907D2-4795-CB4E-B938-364FC77CC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77" name="Grafik 176">
                  <a:extLst>
                    <a:ext uri="{FF2B5EF4-FFF2-40B4-BE49-F238E27FC236}">
                      <a16:creationId xmlns:a16="http://schemas.microsoft.com/office/drawing/2014/main" id="{44454F94-8127-1CB1-6911-D790A3619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78" name="Grafik 177">
                  <a:extLst>
                    <a:ext uri="{FF2B5EF4-FFF2-40B4-BE49-F238E27FC236}">
                      <a16:creationId xmlns:a16="http://schemas.microsoft.com/office/drawing/2014/main" id="{46BB4D58-F66F-DB0C-4E2E-DFE1493EC5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79" name="Grafik 178">
                  <a:extLst>
                    <a:ext uri="{FF2B5EF4-FFF2-40B4-BE49-F238E27FC236}">
                      <a16:creationId xmlns:a16="http://schemas.microsoft.com/office/drawing/2014/main" id="{BD522DE3-DFF1-4D72-7485-4297D6DA1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80" name="Gruppieren 179">
                  <a:extLst>
                    <a:ext uri="{FF2B5EF4-FFF2-40B4-BE49-F238E27FC236}">
                      <a16:creationId xmlns:a16="http://schemas.microsoft.com/office/drawing/2014/main" id="{E0E16B9F-9C21-22B3-B1A3-D45DF0336394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82" name="Rechteck 181">
                    <a:extLst>
                      <a:ext uri="{FF2B5EF4-FFF2-40B4-BE49-F238E27FC236}">
                        <a16:creationId xmlns:a16="http://schemas.microsoft.com/office/drawing/2014/main" id="{CD72102E-882B-A1DB-C3EA-BECCD1297264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83" name="Gruppieren 182">
                    <a:extLst>
                      <a:ext uri="{FF2B5EF4-FFF2-40B4-BE49-F238E27FC236}">
                        <a16:creationId xmlns:a16="http://schemas.microsoft.com/office/drawing/2014/main" id="{DFD0CFB2-A36F-4F94-D167-DCE91C22B03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84" name="Grafik 183">
                      <a:extLst>
                        <a:ext uri="{FF2B5EF4-FFF2-40B4-BE49-F238E27FC236}">
                          <a16:creationId xmlns:a16="http://schemas.microsoft.com/office/drawing/2014/main" id="{F7FF531B-C797-6655-E493-DBF1B9CD01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5" name="Grafik 184">
                      <a:extLst>
                        <a:ext uri="{FF2B5EF4-FFF2-40B4-BE49-F238E27FC236}">
                          <a16:creationId xmlns:a16="http://schemas.microsoft.com/office/drawing/2014/main" id="{CF1F9B5C-B15F-4F43-0FF4-4A546BC4B17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6" name="Grafik 185">
                      <a:extLst>
                        <a:ext uri="{FF2B5EF4-FFF2-40B4-BE49-F238E27FC236}">
                          <a16:creationId xmlns:a16="http://schemas.microsoft.com/office/drawing/2014/main" id="{644EC18A-555A-EA63-4499-347103440A3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81" name="Gerader Verbinder 180">
                  <a:extLst>
                    <a:ext uri="{FF2B5EF4-FFF2-40B4-BE49-F238E27FC236}">
                      <a16:creationId xmlns:a16="http://schemas.microsoft.com/office/drawing/2014/main" id="{71A0BF14-4DD4-0545-ECD1-D27B06A0DA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73" name="Grafik 172">
                <a:extLst>
                  <a:ext uri="{FF2B5EF4-FFF2-40B4-BE49-F238E27FC236}">
                    <a16:creationId xmlns:a16="http://schemas.microsoft.com/office/drawing/2014/main" id="{9D69A73F-1F98-DF25-1A69-58CFC2EE0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74" name="Grafik 173">
                <a:extLst>
                  <a:ext uri="{FF2B5EF4-FFF2-40B4-BE49-F238E27FC236}">
                    <a16:creationId xmlns:a16="http://schemas.microsoft.com/office/drawing/2014/main" id="{EC50DAC6-8C23-6BE9-146F-FEF1FA5AC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75" name="Grafik 174">
                <a:extLst>
                  <a:ext uri="{FF2B5EF4-FFF2-40B4-BE49-F238E27FC236}">
                    <a16:creationId xmlns:a16="http://schemas.microsoft.com/office/drawing/2014/main" id="{872D2480-C82D-4EB5-18D2-B6AB89372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39" name="Gruppieren 138">
              <a:extLst>
                <a:ext uri="{FF2B5EF4-FFF2-40B4-BE49-F238E27FC236}">
                  <a16:creationId xmlns:a16="http://schemas.microsoft.com/office/drawing/2014/main" id="{D42865A9-A185-7A20-DE8F-9CF7C6083360}"/>
                </a:ext>
              </a:extLst>
            </p:cNvPr>
            <p:cNvGrpSpPr/>
            <p:nvPr/>
          </p:nvGrpSpPr>
          <p:grpSpPr>
            <a:xfrm>
              <a:off x="8482645" y="3922833"/>
              <a:ext cx="686327" cy="701282"/>
              <a:chOff x="6096000" y="2727718"/>
              <a:chExt cx="686327" cy="701282"/>
            </a:xfrm>
          </p:grpSpPr>
          <p:grpSp>
            <p:nvGrpSpPr>
              <p:cNvPr id="140" name="Gruppieren 139">
                <a:extLst>
                  <a:ext uri="{FF2B5EF4-FFF2-40B4-BE49-F238E27FC236}">
                    <a16:creationId xmlns:a16="http://schemas.microsoft.com/office/drawing/2014/main" id="{FB0CEA62-30ED-7B70-7452-C15C0A15BFA4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44" name="Grafik 143">
                  <a:extLst>
                    <a:ext uri="{FF2B5EF4-FFF2-40B4-BE49-F238E27FC236}">
                      <a16:creationId xmlns:a16="http://schemas.microsoft.com/office/drawing/2014/main" id="{8E5FF904-0EE2-53F9-B975-65E2494C04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45" name="Grafik 144">
                  <a:extLst>
                    <a:ext uri="{FF2B5EF4-FFF2-40B4-BE49-F238E27FC236}">
                      <a16:creationId xmlns:a16="http://schemas.microsoft.com/office/drawing/2014/main" id="{6301CC67-5543-0EA6-441D-8772249843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46" name="Grafik 145">
                  <a:extLst>
                    <a:ext uri="{FF2B5EF4-FFF2-40B4-BE49-F238E27FC236}">
                      <a16:creationId xmlns:a16="http://schemas.microsoft.com/office/drawing/2014/main" id="{141DC3F2-0755-B519-5A6B-F32F0ED0E8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47" name="Grafik 146">
                  <a:extLst>
                    <a:ext uri="{FF2B5EF4-FFF2-40B4-BE49-F238E27FC236}">
                      <a16:creationId xmlns:a16="http://schemas.microsoft.com/office/drawing/2014/main" id="{248937FD-0E34-B771-27CB-C0946D620E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48" name="Gruppieren 147">
                  <a:extLst>
                    <a:ext uri="{FF2B5EF4-FFF2-40B4-BE49-F238E27FC236}">
                      <a16:creationId xmlns:a16="http://schemas.microsoft.com/office/drawing/2014/main" id="{EBB46906-9D56-4EC1-D61D-AD942C8352F8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50" name="Rechteck 149">
                    <a:extLst>
                      <a:ext uri="{FF2B5EF4-FFF2-40B4-BE49-F238E27FC236}">
                        <a16:creationId xmlns:a16="http://schemas.microsoft.com/office/drawing/2014/main" id="{49CAD88A-97BB-510E-4302-13B1D489B577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51" name="Gruppieren 150">
                    <a:extLst>
                      <a:ext uri="{FF2B5EF4-FFF2-40B4-BE49-F238E27FC236}">
                        <a16:creationId xmlns:a16="http://schemas.microsoft.com/office/drawing/2014/main" id="{6A6DDAF8-247B-65E1-B439-D4CDEA9D497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52" name="Grafik 151">
                      <a:extLst>
                        <a:ext uri="{FF2B5EF4-FFF2-40B4-BE49-F238E27FC236}">
                          <a16:creationId xmlns:a16="http://schemas.microsoft.com/office/drawing/2014/main" id="{82F422FD-B3A5-7E33-BD41-85CEF26B8AC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3" name="Grafik 152">
                      <a:extLst>
                        <a:ext uri="{FF2B5EF4-FFF2-40B4-BE49-F238E27FC236}">
                          <a16:creationId xmlns:a16="http://schemas.microsoft.com/office/drawing/2014/main" id="{3497002F-2287-C917-DF93-F53C0BF0392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4" name="Grafik 153">
                      <a:extLst>
                        <a:ext uri="{FF2B5EF4-FFF2-40B4-BE49-F238E27FC236}">
                          <a16:creationId xmlns:a16="http://schemas.microsoft.com/office/drawing/2014/main" id="{00548D2F-E9C5-53B0-1D7C-2D4B744181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49" name="Gerader Verbinder 148">
                  <a:extLst>
                    <a:ext uri="{FF2B5EF4-FFF2-40B4-BE49-F238E27FC236}">
                      <a16:creationId xmlns:a16="http://schemas.microsoft.com/office/drawing/2014/main" id="{B02C597D-FD7D-5B0D-90AD-9F9F0776B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41" name="Grafik 140">
                <a:extLst>
                  <a:ext uri="{FF2B5EF4-FFF2-40B4-BE49-F238E27FC236}">
                    <a16:creationId xmlns:a16="http://schemas.microsoft.com/office/drawing/2014/main" id="{7CD40DD4-9087-6B8F-914D-8B98D11B4C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42" name="Grafik 141">
                <a:extLst>
                  <a:ext uri="{FF2B5EF4-FFF2-40B4-BE49-F238E27FC236}">
                    <a16:creationId xmlns:a16="http://schemas.microsoft.com/office/drawing/2014/main" id="{F13533CA-F3FD-C2BB-E350-C8A08B226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43" name="Grafik 142">
                <a:extLst>
                  <a:ext uri="{FF2B5EF4-FFF2-40B4-BE49-F238E27FC236}">
                    <a16:creationId xmlns:a16="http://schemas.microsoft.com/office/drawing/2014/main" id="{B3703C7B-961A-6BCC-693A-B83702D9D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55" name="Gruppieren 154">
              <a:extLst>
                <a:ext uri="{FF2B5EF4-FFF2-40B4-BE49-F238E27FC236}">
                  <a16:creationId xmlns:a16="http://schemas.microsoft.com/office/drawing/2014/main" id="{AD270811-5ECE-5CF0-E2C3-60FCD9A9E557}"/>
                </a:ext>
              </a:extLst>
            </p:cNvPr>
            <p:cNvGrpSpPr/>
            <p:nvPr/>
          </p:nvGrpSpPr>
          <p:grpSpPr>
            <a:xfrm>
              <a:off x="8773116" y="4065670"/>
              <a:ext cx="686327" cy="701282"/>
              <a:chOff x="6096000" y="2727718"/>
              <a:chExt cx="686327" cy="701282"/>
            </a:xfrm>
          </p:grpSpPr>
          <p:grpSp>
            <p:nvGrpSpPr>
              <p:cNvPr id="156" name="Gruppieren 155">
                <a:extLst>
                  <a:ext uri="{FF2B5EF4-FFF2-40B4-BE49-F238E27FC236}">
                    <a16:creationId xmlns:a16="http://schemas.microsoft.com/office/drawing/2014/main" id="{28913CCD-41BD-B5B0-6796-73450EABA58E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60" name="Grafik 159">
                  <a:extLst>
                    <a:ext uri="{FF2B5EF4-FFF2-40B4-BE49-F238E27FC236}">
                      <a16:creationId xmlns:a16="http://schemas.microsoft.com/office/drawing/2014/main" id="{6C9AD119-5914-1AC8-1E8E-D453F65C01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61" name="Grafik 160">
                  <a:extLst>
                    <a:ext uri="{FF2B5EF4-FFF2-40B4-BE49-F238E27FC236}">
                      <a16:creationId xmlns:a16="http://schemas.microsoft.com/office/drawing/2014/main" id="{BD9A9115-23E9-B760-7ED5-68840F4B3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62" name="Grafik 161">
                  <a:extLst>
                    <a:ext uri="{FF2B5EF4-FFF2-40B4-BE49-F238E27FC236}">
                      <a16:creationId xmlns:a16="http://schemas.microsoft.com/office/drawing/2014/main" id="{4C148E60-CF55-39DC-256C-C069E9BBF2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63" name="Grafik 162">
                  <a:extLst>
                    <a:ext uri="{FF2B5EF4-FFF2-40B4-BE49-F238E27FC236}">
                      <a16:creationId xmlns:a16="http://schemas.microsoft.com/office/drawing/2014/main" id="{5CC3AC37-B0A3-AC6A-4EAC-65B1A2330D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64" name="Gruppieren 163">
                  <a:extLst>
                    <a:ext uri="{FF2B5EF4-FFF2-40B4-BE49-F238E27FC236}">
                      <a16:creationId xmlns:a16="http://schemas.microsoft.com/office/drawing/2014/main" id="{37D74E1D-2138-D3EF-D956-CFD2F863B01C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66" name="Rechteck 165">
                    <a:extLst>
                      <a:ext uri="{FF2B5EF4-FFF2-40B4-BE49-F238E27FC236}">
                        <a16:creationId xmlns:a16="http://schemas.microsoft.com/office/drawing/2014/main" id="{7EB64F86-F956-5640-07CE-E16B3AA997DC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67" name="Gruppieren 166">
                    <a:extLst>
                      <a:ext uri="{FF2B5EF4-FFF2-40B4-BE49-F238E27FC236}">
                        <a16:creationId xmlns:a16="http://schemas.microsoft.com/office/drawing/2014/main" id="{0FB82D87-EEAB-586F-9B74-9F35562D9D9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68" name="Grafik 167">
                      <a:extLst>
                        <a:ext uri="{FF2B5EF4-FFF2-40B4-BE49-F238E27FC236}">
                          <a16:creationId xmlns:a16="http://schemas.microsoft.com/office/drawing/2014/main" id="{8B7E1CCA-0EF0-6248-32E5-9DBC070937E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9" name="Grafik 168">
                      <a:extLst>
                        <a:ext uri="{FF2B5EF4-FFF2-40B4-BE49-F238E27FC236}">
                          <a16:creationId xmlns:a16="http://schemas.microsoft.com/office/drawing/2014/main" id="{908AFD04-0535-E412-895D-A35F543B18A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0" name="Grafik 169">
                      <a:extLst>
                        <a:ext uri="{FF2B5EF4-FFF2-40B4-BE49-F238E27FC236}">
                          <a16:creationId xmlns:a16="http://schemas.microsoft.com/office/drawing/2014/main" id="{49C410E2-E2D9-40A9-D65E-89295ADE62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65" name="Gerader Verbinder 164">
                  <a:extLst>
                    <a:ext uri="{FF2B5EF4-FFF2-40B4-BE49-F238E27FC236}">
                      <a16:creationId xmlns:a16="http://schemas.microsoft.com/office/drawing/2014/main" id="{BB7B9D53-6400-1129-FF67-CEC633CDCC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57" name="Grafik 156">
                <a:extLst>
                  <a:ext uri="{FF2B5EF4-FFF2-40B4-BE49-F238E27FC236}">
                    <a16:creationId xmlns:a16="http://schemas.microsoft.com/office/drawing/2014/main" id="{A2C8857C-735D-E8A6-C3CE-9B294E11E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58" name="Grafik 157">
                <a:extLst>
                  <a:ext uri="{FF2B5EF4-FFF2-40B4-BE49-F238E27FC236}">
                    <a16:creationId xmlns:a16="http://schemas.microsoft.com/office/drawing/2014/main" id="{B03CE2E0-58D0-D048-7661-ECCE0462C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59" name="Grafik 158">
                <a:extLst>
                  <a:ext uri="{FF2B5EF4-FFF2-40B4-BE49-F238E27FC236}">
                    <a16:creationId xmlns:a16="http://schemas.microsoft.com/office/drawing/2014/main" id="{F7A9584E-47E5-3560-998D-4F1E5CE6C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87" name="Gruppieren 186">
              <a:extLst>
                <a:ext uri="{FF2B5EF4-FFF2-40B4-BE49-F238E27FC236}">
                  <a16:creationId xmlns:a16="http://schemas.microsoft.com/office/drawing/2014/main" id="{1003B1D8-C271-83A2-28FF-4F1B30663B71}"/>
                </a:ext>
              </a:extLst>
            </p:cNvPr>
            <p:cNvGrpSpPr/>
            <p:nvPr/>
          </p:nvGrpSpPr>
          <p:grpSpPr>
            <a:xfrm>
              <a:off x="9079293" y="4224771"/>
              <a:ext cx="686327" cy="701282"/>
              <a:chOff x="6096000" y="2727718"/>
              <a:chExt cx="686327" cy="701282"/>
            </a:xfrm>
          </p:grpSpPr>
          <p:grpSp>
            <p:nvGrpSpPr>
              <p:cNvPr id="188" name="Gruppieren 187">
                <a:extLst>
                  <a:ext uri="{FF2B5EF4-FFF2-40B4-BE49-F238E27FC236}">
                    <a16:creationId xmlns:a16="http://schemas.microsoft.com/office/drawing/2014/main" id="{DC25732E-17AB-B298-37C2-466AF6CB7437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92" name="Grafik 191">
                  <a:extLst>
                    <a:ext uri="{FF2B5EF4-FFF2-40B4-BE49-F238E27FC236}">
                      <a16:creationId xmlns:a16="http://schemas.microsoft.com/office/drawing/2014/main" id="{25B4FA5E-3FEF-3B30-0627-32B5B2A539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93" name="Grafik 192">
                  <a:extLst>
                    <a:ext uri="{FF2B5EF4-FFF2-40B4-BE49-F238E27FC236}">
                      <a16:creationId xmlns:a16="http://schemas.microsoft.com/office/drawing/2014/main" id="{1A189F3B-37BD-38FE-EA80-8EE0936B76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94" name="Grafik 193">
                  <a:extLst>
                    <a:ext uri="{FF2B5EF4-FFF2-40B4-BE49-F238E27FC236}">
                      <a16:creationId xmlns:a16="http://schemas.microsoft.com/office/drawing/2014/main" id="{B759C099-D41E-9A32-B4DD-B20C7B3367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95" name="Grafik 194">
                  <a:extLst>
                    <a:ext uri="{FF2B5EF4-FFF2-40B4-BE49-F238E27FC236}">
                      <a16:creationId xmlns:a16="http://schemas.microsoft.com/office/drawing/2014/main" id="{C87763AF-635C-CAAB-02F0-1B5F068060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96" name="Gruppieren 195">
                  <a:extLst>
                    <a:ext uri="{FF2B5EF4-FFF2-40B4-BE49-F238E27FC236}">
                      <a16:creationId xmlns:a16="http://schemas.microsoft.com/office/drawing/2014/main" id="{F92E7C6F-E08A-4710-A1A1-E165F7E633F8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98" name="Rechteck 197">
                    <a:extLst>
                      <a:ext uri="{FF2B5EF4-FFF2-40B4-BE49-F238E27FC236}">
                        <a16:creationId xmlns:a16="http://schemas.microsoft.com/office/drawing/2014/main" id="{F5AB05C4-C92C-A950-EE36-A54EB795912D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99" name="Gruppieren 198">
                    <a:extLst>
                      <a:ext uri="{FF2B5EF4-FFF2-40B4-BE49-F238E27FC236}">
                        <a16:creationId xmlns:a16="http://schemas.microsoft.com/office/drawing/2014/main" id="{F23C2BD3-D47E-ECF1-C728-5E10DE37A9F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00" name="Grafik 199">
                      <a:extLst>
                        <a:ext uri="{FF2B5EF4-FFF2-40B4-BE49-F238E27FC236}">
                          <a16:creationId xmlns:a16="http://schemas.microsoft.com/office/drawing/2014/main" id="{438450BE-339D-0CFE-9761-C79817A92AD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1" name="Grafik 200">
                      <a:extLst>
                        <a:ext uri="{FF2B5EF4-FFF2-40B4-BE49-F238E27FC236}">
                          <a16:creationId xmlns:a16="http://schemas.microsoft.com/office/drawing/2014/main" id="{0495FE86-2C09-AE0E-4FC8-74011BF6E72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2" name="Grafik 201">
                      <a:extLst>
                        <a:ext uri="{FF2B5EF4-FFF2-40B4-BE49-F238E27FC236}">
                          <a16:creationId xmlns:a16="http://schemas.microsoft.com/office/drawing/2014/main" id="{30EC3FE5-F9EC-3E93-B3F5-F7848D6A19A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97" name="Gerader Verbinder 196">
                  <a:extLst>
                    <a:ext uri="{FF2B5EF4-FFF2-40B4-BE49-F238E27FC236}">
                      <a16:creationId xmlns:a16="http://schemas.microsoft.com/office/drawing/2014/main" id="{40FEE9B8-3763-E409-E594-C9BB665D6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89" name="Grafik 188">
                <a:extLst>
                  <a:ext uri="{FF2B5EF4-FFF2-40B4-BE49-F238E27FC236}">
                    <a16:creationId xmlns:a16="http://schemas.microsoft.com/office/drawing/2014/main" id="{A9A7D1EA-0E5A-4741-56A6-FFEE042F3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90" name="Grafik 189">
                <a:extLst>
                  <a:ext uri="{FF2B5EF4-FFF2-40B4-BE49-F238E27FC236}">
                    <a16:creationId xmlns:a16="http://schemas.microsoft.com/office/drawing/2014/main" id="{43F3FA81-0F9F-5DBC-53F8-A6176DE8B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91" name="Grafik 190">
                <a:extLst>
                  <a:ext uri="{FF2B5EF4-FFF2-40B4-BE49-F238E27FC236}">
                    <a16:creationId xmlns:a16="http://schemas.microsoft.com/office/drawing/2014/main" id="{065AF5C5-FF5F-466E-0B5C-A7EC69375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203" name="Gruppieren 202">
              <a:extLst>
                <a:ext uri="{FF2B5EF4-FFF2-40B4-BE49-F238E27FC236}">
                  <a16:creationId xmlns:a16="http://schemas.microsoft.com/office/drawing/2014/main" id="{D5AA002F-1D47-86F2-0442-EC46ED090CD3}"/>
                </a:ext>
              </a:extLst>
            </p:cNvPr>
            <p:cNvGrpSpPr/>
            <p:nvPr/>
          </p:nvGrpSpPr>
          <p:grpSpPr>
            <a:xfrm>
              <a:off x="8413118" y="4174293"/>
              <a:ext cx="686327" cy="701282"/>
              <a:chOff x="6096000" y="2727718"/>
              <a:chExt cx="686327" cy="701282"/>
            </a:xfrm>
          </p:grpSpPr>
          <p:grpSp>
            <p:nvGrpSpPr>
              <p:cNvPr id="204" name="Gruppieren 203">
                <a:extLst>
                  <a:ext uri="{FF2B5EF4-FFF2-40B4-BE49-F238E27FC236}">
                    <a16:creationId xmlns:a16="http://schemas.microsoft.com/office/drawing/2014/main" id="{B50186BB-858E-810E-5CB0-2F006F493E60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208" name="Grafik 207">
                  <a:extLst>
                    <a:ext uri="{FF2B5EF4-FFF2-40B4-BE49-F238E27FC236}">
                      <a16:creationId xmlns:a16="http://schemas.microsoft.com/office/drawing/2014/main" id="{3311DB43-3A90-EAB8-A3F9-D0271896D3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209" name="Grafik 208">
                  <a:extLst>
                    <a:ext uri="{FF2B5EF4-FFF2-40B4-BE49-F238E27FC236}">
                      <a16:creationId xmlns:a16="http://schemas.microsoft.com/office/drawing/2014/main" id="{33976253-F4CD-D690-3D06-3E6E56AE5F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210" name="Grafik 209">
                  <a:extLst>
                    <a:ext uri="{FF2B5EF4-FFF2-40B4-BE49-F238E27FC236}">
                      <a16:creationId xmlns:a16="http://schemas.microsoft.com/office/drawing/2014/main" id="{D1F2958E-8C22-CD79-FE44-94524FDBC2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211" name="Grafik 210">
                  <a:extLst>
                    <a:ext uri="{FF2B5EF4-FFF2-40B4-BE49-F238E27FC236}">
                      <a16:creationId xmlns:a16="http://schemas.microsoft.com/office/drawing/2014/main" id="{AB43EAF2-3351-115F-47E2-692FEAB586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212" name="Gruppieren 211">
                  <a:extLst>
                    <a:ext uri="{FF2B5EF4-FFF2-40B4-BE49-F238E27FC236}">
                      <a16:creationId xmlns:a16="http://schemas.microsoft.com/office/drawing/2014/main" id="{15201295-5268-4050-7942-43B34AFB96DE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214" name="Rechteck 213">
                    <a:extLst>
                      <a:ext uri="{FF2B5EF4-FFF2-40B4-BE49-F238E27FC236}">
                        <a16:creationId xmlns:a16="http://schemas.microsoft.com/office/drawing/2014/main" id="{6C134440-D857-A24F-610D-CC8ED465D51C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215" name="Gruppieren 214">
                    <a:extLst>
                      <a:ext uri="{FF2B5EF4-FFF2-40B4-BE49-F238E27FC236}">
                        <a16:creationId xmlns:a16="http://schemas.microsoft.com/office/drawing/2014/main" id="{2291B192-B23F-7CC6-165D-8B5439AC4E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16" name="Grafik 215">
                      <a:extLst>
                        <a:ext uri="{FF2B5EF4-FFF2-40B4-BE49-F238E27FC236}">
                          <a16:creationId xmlns:a16="http://schemas.microsoft.com/office/drawing/2014/main" id="{CB7564E5-D6F7-B26E-5DA9-17B4A72DAFB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17" name="Grafik 216">
                      <a:extLst>
                        <a:ext uri="{FF2B5EF4-FFF2-40B4-BE49-F238E27FC236}">
                          <a16:creationId xmlns:a16="http://schemas.microsoft.com/office/drawing/2014/main" id="{4B524FFF-7EB8-0EF4-0507-2F3BC90FB0C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18" name="Grafik 217">
                      <a:extLst>
                        <a:ext uri="{FF2B5EF4-FFF2-40B4-BE49-F238E27FC236}">
                          <a16:creationId xmlns:a16="http://schemas.microsoft.com/office/drawing/2014/main" id="{3DE7949E-50B6-FF83-944E-3BEA85C4A71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213" name="Gerader Verbinder 212">
                  <a:extLst>
                    <a:ext uri="{FF2B5EF4-FFF2-40B4-BE49-F238E27FC236}">
                      <a16:creationId xmlns:a16="http://schemas.microsoft.com/office/drawing/2014/main" id="{BBA3D447-134B-4951-5226-710D19CE9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205" name="Grafik 204">
                <a:extLst>
                  <a:ext uri="{FF2B5EF4-FFF2-40B4-BE49-F238E27FC236}">
                    <a16:creationId xmlns:a16="http://schemas.microsoft.com/office/drawing/2014/main" id="{D6CE88CE-994F-91F2-BFD2-6AC1B5A25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06" name="Grafik 205">
                <a:extLst>
                  <a:ext uri="{FF2B5EF4-FFF2-40B4-BE49-F238E27FC236}">
                    <a16:creationId xmlns:a16="http://schemas.microsoft.com/office/drawing/2014/main" id="{FD2046BA-E81B-7A57-F244-D5484D9435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07" name="Grafik 206">
                <a:extLst>
                  <a:ext uri="{FF2B5EF4-FFF2-40B4-BE49-F238E27FC236}">
                    <a16:creationId xmlns:a16="http://schemas.microsoft.com/office/drawing/2014/main" id="{16F9D736-366E-84C3-6259-924A3044D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219" name="Gruppieren 218">
              <a:extLst>
                <a:ext uri="{FF2B5EF4-FFF2-40B4-BE49-F238E27FC236}">
                  <a16:creationId xmlns:a16="http://schemas.microsoft.com/office/drawing/2014/main" id="{2CB39679-2B7F-A34E-9C8C-7D608F94985A}"/>
                </a:ext>
              </a:extLst>
            </p:cNvPr>
            <p:cNvGrpSpPr/>
            <p:nvPr/>
          </p:nvGrpSpPr>
          <p:grpSpPr>
            <a:xfrm>
              <a:off x="8703589" y="4317130"/>
              <a:ext cx="686327" cy="701282"/>
              <a:chOff x="6096000" y="2727718"/>
              <a:chExt cx="686327" cy="701282"/>
            </a:xfrm>
          </p:grpSpPr>
          <p:grpSp>
            <p:nvGrpSpPr>
              <p:cNvPr id="220" name="Gruppieren 219">
                <a:extLst>
                  <a:ext uri="{FF2B5EF4-FFF2-40B4-BE49-F238E27FC236}">
                    <a16:creationId xmlns:a16="http://schemas.microsoft.com/office/drawing/2014/main" id="{1E9CC325-955B-3998-5587-2DD517FD012F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224" name="Grafik 223">
                  <a:extLst>
                    <a:ext uri="{FF2B5EF4-FFF2-40B4-BE49-F238E27FC236}">
                      <a16:creationId xmlns:a16="http://schemas.microsoft.com/office/drawing/2014/main" id="{D119F4BF-92F1-6C13-172C-1D5F4F4312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225" name="Grafik 224">
                  <a:extLst>
                    <a:ext uri="{FF2B5EF4-FFF2-40B4-BE49-F238E27FC236}">
                      <a16:creationId xmlns:a16="http://schemas.microsoft.com/office/drawing/2014/main" id="{CF026CB4-2900-713D-11C7-EB098A8519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226" name="Grafik 225">
                  <a:extLst>
                    <a:ext uri="{FF2B5EF4-FFF2-40B4-BE49-F238E27FC236}">
                      <a16:creationId xmlns:a16="http://schemas.microsoft.com/office/drawing/2014/main" id="{D949A45D-8A99-B603-85AF-0361335C15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227" name="Grafik 226">
                  <a:extLst>
                    <a:ext uri="{FF2B5EF4-FFF2-40B4-BE49-F238E27FC236}">
                      <a16:creationId xmlns:a16="http://schemas.microsoft.com/office/drawing/2014/main" id="{F366F608-E908-BB82-5A40-969A67DAEE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228" name="Gruppieren 227">
                  <a:extLst>
                    <a:ext uri="{FF2B5EF4-FFF2-40B4-BE49-F238E27FC236}">
                      <a16:creationId xmlns:a16="http://schemas.microsoft.com/office/drawing/2014/main" id="{2977F9B2-67A2-25AF-6CC1-0EA887379A94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230" name="Rechteck 229">
                    <a:extLst>
                      <a:ext uri="{FF2B5EF4-FFF2-40B4-BE49-F238E27FC236}">
                        <a16:creationId xmlns:a16="http://schemas.microsoft.com/office/drawing/2014/main" id="{7FA739EC-5401-5AFB-1D19-85516AA2D595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231" name="Gruppieren 230">
                    <a:extLst>
                      <a:ext uri="{FF2B5EF4-FFF2-40B4-BE49-F238E27FC236}">
                        <a16:creationId xmlns:a16="http://schemas.microsoft.com/office/drawing/2014/main" id="{AFA64A3A-64F9-3E92-0316-95FD3C5BC5E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32" name="Grafik 231">
                      <a:extLst>
                        <a:ext uri="{FF2B5EF4-FFF2-40B4-BE49-F238E27FC236}">
                          <a16:creationId xmlns:a16="http://schemas.microsoft.com/office/drawing/2014/main" id="{0CEBAD4B-6D8C-ED2F-58E8-9B3EAAB8E92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3" name="Grafik 232">
                      <a:extLst>
                        <a:ext uri="{FF2B5EF4-FFF2-40B4-BE49-F238E27FC236}">
                          <a16:creationId xmlns:a16="http://schemas.microsoft.com/office/drawing/2014/main" id="{DE666164-F1FA-F6A9-EC36-7761D007973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4" name="Grafik 233">
                      <a:extLst>
                        <a:ext uri="{FF2B5EF4-FFF2-40B4-BE49-F238E27FC236}">
                          <a16:creationId xmlns:a16="http://schemas.microsoft.com/office/drawing/2014/main" id="{F44F0AA1-9EDA-5817-B452-DC5CEC3B142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229" name="Gerader Verbinder 228">
                  <a:extLst>
                    <a:ext uri="{FF2B5EF4-FFF2-40B4-BE49-F238E27FC236}">
                      <a16:creationId xmlns:a16="http://schemas.microsoft.com/office/drawing/2014/main" id="{F9F37FEC-12E0-CF02-839E-03809C9A03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221" name="Grafik 220">
                <a:extLst>
                  <a:ext uri="{FF2B5EF4-FFF2-40B4-BE49-F238E27FC236}">
                    <a16:creationId xmlns:a16="http://schemas.microsoft.com/office/drawing/2014/main" id="{30860D24-BA9B-98A3-EE06-6A51FA545D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22" name="Grafik 221">
                <a:extLst>
                  <a:ext uri="{FF2B5EF4-FFF2-40B4-BE49-F238E27FC236}">
                    <a16:creationId xmlns:a16="http://schemas.microsoft.com/office/drawing/2014/main" id="{F15A791B-388E-8FD4-4BE5-5F4F1EF5B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23" name="Grafik 222">
                <a:extLst>
                  <a:ext uri="{FF2B5EF4-FFF2-40B4-BE49-F238E27FC236}">
                    <a16:creationId xmlns:a16="http://schemas.microsoft.com/office/drawing/2014/main" id="{0777F518-2AF6-38B6-7921-BE513DAE3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</p:grpSp>
      <p:sp>
        <p:nvSpPr>
          <p:cNvPr id="236" name="Textfeld 235">
            <a:extLst>
              <a:ext uri="{FF2B5EF4-FFF2-40B4-BE49-F238E27FC236}">
                <a16:creationId xmlns:a16="http://schemas.microsoft.com/office/drawing/2014/main" id="{5EC31F2F-34B1-0D03-29A1-66D6EE2CD159}"/>
              </a:ext>
            </a:extLst>
          </p:cNvPr>
          <p:cNvSpPr txBox="1"/>
          <p:nvPr/>
        </p:nvSpPr>
        <p:spPr>
          <a:xfrm>
            <a:off x="9063169" y="4567150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Storing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sp>
        <p:nvSpPr>
          <p:cNvPr id="237" name="Freihandform: Form 236">
            <a:extLst>
              <a:ext uri="{FF2B5EF4-FFF2-40B4-BE49-F238E27FC236}">
                <a16:creationId xmlns:a16="http://schemas.microsoft.com/office/drawing/2014/main" id="{AB311C6C-26C2-84AC-EED6-85C9C76D61A8}"/>
              </a:ext>
            </a:extLst>
          </p:cNvPr>
          <p:cNvSpPr/>
          <p:nvPr/>
        </p:nvSpPr>
        <p:spPr>
          <a:xfrm>
            <a:off x="312598" y="2971800"/>
            <a:ext cx="3588842" cy="1380093"/>
          </a:xfrm>
          <a:custGeom>
            <a:avLst/>
            <a:gdLst>
              <a:gd name="connsiteX0" fmla="*/ 3383102 w 3588842"/>
              <a:gd name="connsiteY0" fmla="*/ 0 h 1380093"/>
              <a:gd name="connsiteX1" fmla="*/ 3482162 w 3588842"/>
              <a:gd name="connsiteY1" fmla="*/ 22860 h 1380093"/>
              <a:gd name="connsiteX2" fmla="*/ 3588842 w 3588842"/>
              <a:gd name="connsiteY2" fmla="*/ 144780 h 1380093"/>
              <a:gd name="connsiteX3" fmla="*/ 3527882 w 3588842"/>
              <a:gd name="connsiteY3" fmla="*/ 266700 h 1380093"/>
              <a:gd name="connsiteX4" fmla="*/ 3436442 w 3588842"/>
              <a:gd name="connsiteY4" fmla="*/ 312420 h 1380093"/>
              <a:gd name="connsiteX5" fmla="*/ 3345002 w 3588842"/>
              <a:gd name="connsiteY5" fmla="*/ 365760 h 1380093"/>
              <a:gd name="connsiteX6" fmla="*/ 2918282 w 3588842"/>
              <a:gd name="connsiteY6" fmla="*/ 419100 h 1380093"/>
              <a:gd name="connsiteX7" fmla="*/ 1950542 w 3588842"/>
              <a:gd name="connsiteY7" fmla="*/ 312420 h 1380093"/>
              <a:gd name="connsiteX8" fmla="*/ 1721942 w 3588842"/>
              <a:gd name="connsiteY8" fmla="*/ 198120 h 1380093"/>
              <a:gd name="connsiteX9" fmla="*/ 1417142 w 3588842"/>
              <a:gd name="connsiteY9" fmla="*/ 137160 h 1380093"/>
              <a:gd name="connsiteX10" fmla="*/ 1279982 w 3588842"/>
              <a:gd name="connsiteY10" fmla="*/ 167640 h 1380093"/>
              <a:gd name="connsiteX11" fmla="*/ 1188542 w 3588842"/>
              <a:gd name="connsiteY11" fmla="*/ 190500 h 1380093"/>
              <a:gd name="connsiteX12" fmla="*/ 1135202 w 3588842"/>
              <a:gd name="connsiteY12" fmla="*/ 205740 h 1380093"/>
              <a:gd name="connsiteX13" fmla="*/ 1074242 w 3588842"/>
              <a:gd name="connsiteY13" fmla="*/ 236220 h 1380093"/>
              <a:gd name="connsiteX14" fmla="*/ 1020902 w 3588842"/>
              <a:gd name="connsiteY14" fmla="*/ 266700 h 1380093"/>
              <a:gd name="connsiteX15" fmla="*/ 883742 w 3588842"/>
              <a:gd name="connsiteY15" fmla="*/ 320040 h 1380093"/>
              <a:gd name="connsiteX16" fmla="*/ 815162 w 3588842"/>
              <a:gd name="connsiteY16" fmla="*/ 342900 h 1380093"/>
              <a:gd name="connsiteX17" fmla="*/ 586562 w 3588842"/>
              <a:gd name="connsiteY17" fmla="*/ 373380 h 1380093"/>
              <a:gd name="connsiteX18" fmla="*/ 533222 w 3588842"/>
              <a:gd name="connsiteY18" fmla="*/ 388620 h 1380093"/>
              <a:gd name="connsiteX19" fmla="*/ 457022 w 3588842"/>
              <a:gd name="connsiteY19" fmla="*/ 419100 h 1380093"/>
              <a:gd name="connsiteX20" fmla="*/ 426542 w 3588842"/>
              <a:gd name="connsiteY20" fmla="*/ 434340 h 1380093"/>
              <a:gd name="connsiteX21" fmla="*/ 373202 w 3588842"/>
              <a:gd name="connsiteY21" fmla="*/ 457200 h 1380093"/>
              <a:gd name="connsiteX22" fmla="*/ 297002 w 3588842"/>
              <a:gd name="connsiteY22" fmla="*/ 495300 h 1380093"/>
              <a:gd name="connsiteX23" fmla="*/ 213182 w 3588842"/>
              <a:gd name="connsiteY23" fmla="*/ 556260 h 1380093"/>
              <a:gd name="connsiteX24" fmla="*/ 197942 w 3588842"/>
              <a:gd name="connsiteY24" fmla="*/ 586740 h 1380093"/>
              <a:gd name="connsiteX25" fmla="*/ 167462 w 3588842"/>
              <a:gd name="connsiteY25" fmla="*/ 609600 h 1380093"/>
              <a:gd name="connsiteX26" fmla="*/ 144602 w 3588842"/>
              <a:gd name="connsiteY26" fmla="*/ 632460 h 1380093"/>
              <a:gd name="connsiteX27" fmla="*/ 83642 w 3588842"/>
              <a:gd name="connsiteY27" fmla="*/ 708660 h 1380093"/>
              <a:gd name="connsiteX28" fmla="*/ 22682 w 3588842"/>
              <a:gd name="connsiteY28" fmla="*/ 792480 h 1380093"/>
              <a:gd name="connsiteX29" fmla="*/ 37922 w 3588842"/>
              <a:gd name="connsiteY29" fmla="*/ 1242060 h 1380093"/>
              <a:gd name="connsiteX30" fmla="*/ 76022 w 3588842"/>
              <a:gd name="connsiteY30" fmla="*/ 1318260 h 1380093"/>
              <a:gd name="connsiteX31" fmla="*/ 98882 w 3588842"/>
              <a:gd name="connsiteY31" fmla="*/ 1333500 h 1380093"/>
              <a:gd name="connsiteX32" fmla="*/ 152222 w 3588842"/>
              <a:gd name="connsiteY32" fmla="*/ 1371600 h 1380093"/>
              <a:gd name="connsiteX33" fmla="*/ 205562 w 3588842"/>
              <a:gd name="connsiteY33" fmla="*/ 1379220 h 1380093"/>
              <a:gd name="connsiteX34" fmla="*/ 388442 w 3588842"/>
              <a:gd name="connsiteY34" fmla="*/ 1379220 h 138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588842" h="1380093">
                <a:moveTo>
                  <a:pt x="3383102" y="0"/>
                </a:moveTo>
                <a:cubicBezTo>
                  <a:pt x="3416122" y="7620"/>
                  <a:pt x="3451852" y="7705"/>
                  <a:pt x="3482162" y="22860"/>
                </a:cubicBezTo>
                <a:cubicBezTo>
                  <a:pt x="3538075" y="50816"/>
                  <a:pt x="3558487" y="96212"/>
                  <a:pt x="3588842" y="144780"/>
                </a:cubicBezTo>
                <a:cubicBezTo>
                  <a:pt x="3568522" y="185420"/>
                  <a:pt x="3558446" y="233079"/>
                  <a:pt x="3527882" y="266700"/>
                </a:cubicBezTo>
                <a:cubicBezTo>
                  <a:pt x="3504959" y="291915"/>
                  <a:pt x="3466406" y="296189"/>
                  <a:pt x="3436442" y="312420"/>
                </a:cubicBezTo>
                <a:cubicBezTo>
                  <a:pt x="3405415" y="329227"/>
                  <a:pt x="3378081" y="353474"/>
                  <a:pt x="3345002" y="365760"/>
                </a:cubicBezTo>
                <a:cubicBezTo>
                  <a:pt x="3171699" y="430130"/>
                  <a:pt x="3114667" y="413149"/>
                  <a:pt x="2918282" y="419100"/>
                </a:cubicBezTo>
                <a:cubicBezTo>
                  <a:pt x="2499608" y="403594"/>
                  <a:pt x="2315392" y="437237"/>
                  <a:pt x="1950542" y="312420"/>
                </a:cubicBezTo>
                <a:cubicBezTo>
                  <a:pt x="1869934" y="284844"/>
                  <a:pt x="1801598" y="228334"/>
                  <a:pt x="1721942" y="198120"/>
                </a:cubicBezTo>
                <a:cubicBezTo>
                  <a:pt x="1585089" y="146210"/>
                  <a:pt x="1537338" y="147176"/>
                  <a:pt x="1417142" y="137160"/>
                </a:cubicBezTo>
                <a:cubicBezTo>
                  <a:pt x="1316209" y="149777"/>
                  <a:pt x="1393485" y="136685"/>
                  <a:pt x="1279982" y="167640"/>
                </a:cubicBezTo>
                <a:cubicBezTo>
                  <a:pt x="1249671" y="175907"/>
                  <a:pt x="1218926" y="182504"/>
                  <a:pt x="1188542" y="190500"/>
                </a:cubicBezTo>
                <a:cubicBezTo>
                  <a:pt x="1170659" y="195206"/>
                  <a:pt x="1152982" y="200660"/>
                  <a:pt x="1135202" y="205740"/>
                </a:cubicBezTo>
                <a:cubicBezTo>
                  <a:pt x="1082240" y="241048"/>
                  <a:pt x="1148807" y="198938"/>
                  <a:pt x="1074242" y="236220"/>
                </a:cubicBezTo>
                <a:cubicBezTo>
                  <a:pt x="1055926" y="245378"/>
                  <a:pt x="1039218" y="257542"/>
                  <a:pt x="1020902" y="266700"/>
                </a:cubicBezTo>
                <a:cubicBezTo>
                  <a:pt x="960502" y="296900"/>
                  <a:pt x="946965" y="298966"/>
                  <a:pt x="883742" y="320040"/>
                </a:cubicBezTo>
                <a:cubicBezTo>
                  <a:pt x="860882" y="327660"/>
                  <a:pt x="839087" y="340029"/>
                  <a:pt x="815162" y="342900"/>
                </a:cubicBezTo>
                <a:cubicBezTo>
                  <a:pt x="803274" y="344327"/>
                  <a:pt x="648601" y="357870"/>
                  <a:pt x="586562" y="373380"/>
                </a:cubicBezTo>
                <a:cubicBezTo>
                  <a:pt x="568623" y="377865"/>
                  <a:pt x="551002" y="383540"/>
                  <a:pt x="533222" y="388620"/>
                </a:cubicBezTo>
                <a:cubicBezTo>
                  <a:pt x="453928" y="436197"/>
                  <a:pt x="535957" y="392788"/>
                  <a:pt x="457022" y="419100"/>
                </a:cubicBezTo>
                <a:cubicBezTo>
                  <a:pt x="446246" y="422692"/>
                  <a:pt x="436883" y="429640"/>
                  <a:pt x="426542" y="434340"/>
                </a:cubicBezTo>
                <a:cubicBezTo>
                  <a:pt x="408932" y="442345"/>
                  <a:pt x="390705" y="448963"/>
                  <a:pt x="373202" y="457200"/>
                </a:cubicBezTo>
                <a:cubicBezTo>
                  <a:pt x="347507" y="469292"/>
                  <a:pt x="317082" y="475220"/>
                  <a:pt x="297002" y="495300"/>
                </a:cubicBezTo>
                <a:cubicBezTo>
                  <a:pt x="246854" y="545448"/>
                  <a:pt x="274966" y="525368"/>
                  <a:pt x="213182" y="556260"/>
                </a:cubicBezTo>
                <a:cubicBezTo>
                  <a:pt x="208102" y="566420"/>
                  <a:pt x="205334" y="578115"/>
                  <a:pt x="197942" y="586740"/>
                </a:cubicBezTo>
                <a:cubicBezTo>
                  <a:pt x="189677" y="596383"/>
                  <a:pt x="177105" y="601335"/>
                  <a:pt x="167462" y="609600"/>
                </a:cubicBezTo>
                <a:cubicBezTo>
                  <a:pt x="159280" y="616613"/>
                  <a:pt x="151563" y="624234"/>
                  <a:pt x="144602" y="632460"/>
                </a:cubicBezTo>
                <a:cubicBezTo>
                  <a:pt x="123591" y="657291"/>
                  <a:pt x="104154" y="683415"/>
                  <a:pt x="83642" y="708660"/>
                </a:cubicBezTo>
                <a:cubicBezTo>
                  <a:pt x="32702" y="771356"/>
                  <a:pt x="58256" y="733190"/>
                  <a:pt x="22682" y="792480"/>
                </a:cubicBezTo>
                <a:cubicBezTo>
                  <a:pt x="-17892" y="954775"/>
                  <a:pt x="1414" y="864813"/>
                  <a:pt x="37922" y="1242060"/>
                </a:cubicBezTo>
                <a:cubicBezTo>
                  <a:pt x="38764" y="1250765"/>
                  <a:pt x="62184" y="1304422"/>
                  <a:pt x="76022" y="1318260"/>
                </a:cubicBezTo>
                <a:cubicBezTo>
                  <a:pt x="82498" y="1324736"/>
                  <a:pt x="91430" y="1328177"/>
                  <a:pt x="98882" y="1333500"/>
                </a:cubicBezTo>
                <a:cubicBezTo>
                  <a:pt x="98921" y="1333528"/>
                  <a:pt x="146030" y="1369742"/>
                  <a:pt x="152222" y="1371600"/>
                </a:cubicBezTo>
                <a:cubicBezTo>
                  <a:pt x="169425" y="1376761"/>
                  <a:pt x="187611" y="1378641"/>
                  <a:pt x="205562" y="1379220"/>
                </a:cubicBezTo>
                <a:cubicBezTo>
                  <a:pt x="266490" y="1381185"/>
                  <a:pt x="327482" y="1379220"/>
                  <a:pt x="388442" y="137922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13760" y="3909060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Grafik 239">
            <a:extLst>
              <a:ext uri="{FF2B5EF4-FFF2-40B4-BE49-F238E27FC236}">
                <a16:creationId xmlns:a16="http://schemas.microsoft.com/office/drawing/2014/main" id="{56AC3BD0-F28F-FB2F-1866-C2DCA465953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17157" y="3965704"/>
            <a:ext cx="1128101" cy="1057595"/>
          </a:xfrm>
          <a:prstGeom prst="rect">
            <a:avLst/>
          </a:prstGeom>
        </p:spPr>
      </p:pic>
      <p:sp>
        <p:nvSpPr>
          <p:cNvPr id="241" name="Textfeld 240">
            <a:extLst>
              <a:ext uri="{FF2B5EF4-FFF2-40B4-BE49-F238E27FC236}">
                <a16:creationId xmlns:a16="http://schemas.microsoft.com/office/drawing/2014/main" id="{DC5C8D22-15D9-0218-311C-FBE58CE3C320}"/>
              </a:ext>
            </a:extLst>
          </p:cNvPr>
          <p:cNvSpPr txBox="1"/>
          <p:nvPr/>
        </p:nvSpPr>
        <p:spPr>
          <a:xfrm>
            <a:off x="10817157" y="5067211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Serving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4941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DevicePerformanceManagementDataProcessor</a:t>
            </a:r>
            <a:endParaRPr lang="de-DE" dirty="0"/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13272" y="2361789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7" name="Rechteck: gefaltete Ecke 6">
            <a:extLst>
              <a:ext uri="{FF2B5EF4-FFF2-40B4-BE49-F238E27FC236}">
                <a16:creationId xmlns:a16="http://schemas.microsoft.com/office/drawing/2014/main" id="{1A68CFA0-1437-33B5-E242-2E90698FC8EA}"/>
              </a:ext>
            </a:extLst>
          </p:cNvPr>
          <p:cNvSpPr/>
          <p:nvPr/>
        </p:nvSpPr>
        <p:spPr>
          <a:xfrm>
            <a:off x="2932657" y="942594"/>
            <a:ext cx="2754706" cy="316290"/>
          </a:xfrm>
          <a:prstGeom prst="foldedCorner">
            <a:avLst>
              <a:gd name="adj" fmla="val 47099"/>
            </a:avLst>
          </a:prstGeom>
          <a:solidFill>
            <a:srgbClr val="FFFF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noProof="0" dirty="0">
                <a:solidFill>
                  <a:schemeClr val="tx1"/>
                </a:solidFill>
              </a:rPr>
              <a:t>_PM issue #17 is evaluating a potential change for sending the entire PM data via Kafka instead of just AVC notification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3BC6EC3-FF9A-1ABE-1E24-3CCFB63A0D72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#250926</a:t>
            </a:r>
          </a:p>
        </p:txBody>
      </p:sp>
    </p:spTree>
    <p:extLst>
      <p:ext uri="{BB962C8B-B14F-4D97-AF65-F5344CB8AC3E}">
        <p14:creationId xmlns:p14="http://schemas.microsoft.com/office/powerpoint/2010/main" val="29965999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</Words>
  <Application>Microsoft Office PowerPoint</Application>
  <PresentationFormat>Breitbild</PresentationFormat>
  <Paragraphs>192</Paragraphs>
  <Slides>8</Slides>
  <Notes>7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think-cell 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18</cp:revision>
  <dcterms:created xsi:type="dcterms:W3CDTF">2025-09-05T09:25:10Z</dcterms:created>
  <dcterms:modified xsi:type="dcterms:W3CDTF">2025-11-28T06:39:06Z</dcterms:modified>
</cp:coreProperties>
</file>